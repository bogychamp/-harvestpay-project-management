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69" r:id="rId4"/>
    <p:sldId id="270" r:id="rId5"/>
    <p:sldId id="259" r:id="rId6"/>
    <p:sldId id="260" r:id="rId7"/>
    <p:sldId id="262" r:id="rId8"/>
    <p:sldId id="273" r:id="rId9"/>
    <p:sldId id="261" r:id="rId10"/>
    <p:sldId id="272" r:id="rId11"/>
    <p:sldId id="263" r:id="rId12"/>
    <p:sldId id="265" r:id="rId13"/>
    <p:sldId id="267" r:id="rId14"/>
  </p:sldIdLst>
  <p:sldSz cx="12192000" cy="6858000"/>
  <p:notesSz cx="6858000" cy="9144000"/>
  <p:embeddedFontLst>
    <p:embeddedFont>
      <p:font typeface="Aptos Narrow" panose="020B0604020202020204" charset="0"/>
      <p:regular r:id="rId16"/>
      <p:bold r:id="rId17"/>
      <p:italic r:id="rId18"/>
      <p:boldItalic r:id="rId19"/>
    </p:embeddedFont>
    <p:embeddedFont>
      <p:font typeface="Lato" panose="020B0604020202020204" charset="0"/>
      <p:regular r:id="rId20"/>
      <p:bold r:id="rId21"/>
      <p:italic r:id="rId22"/>
      <p:boldItalic r:id="rId23"/>
    </p:embeddedFont>
    <p:embeddedFont>
      <p:font typeface="Poppins" panose="020B0604020202020204" charset="0"/>
      <p:regular r:id="rId24"/>
      <p:bold r:id="rId25"/>
      <p:italic r:id="rId26"/>
      <p:boldItalic r:id="rId27"/>
    </p:embeddedFont>
    <p:embeddedFont>
      <p:font typeface="Poppins SemiBold" panose="020B060402020202020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CB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8D1C6F-D635-C053-B695-616F78A94416}" v="5" dt="2026-05-11T22:36:38.782"/>
    <p1510:client id="{61E2BBD7-F868-4E7F-AF3B-3F7613E30423}" v="1835" dt="2026-05-12T12:59:36.371"/>
    <p1510:client id="{7EE520CC-DCB1-2009-B07F-FD8215CA5053}" v="991" dt="2026-05-12T10:13:12.500"/>
    <p1510:client id="{9472C794-4FB2-10DB-7CC7-11994FCB6C02}" v="57" dt="2026-05-12T10:46:04.743"/>
    <p1510:client id="{D9F2855B-976E-9D3B-492E-3EBE5F1BA07B}" v="1" dt="2026-05-11T22:09:53.110"/>
  </p1510:revLst>
</p1510:revInfo>
</file>

<file path=ppt/tableStyles.xml><?xml version="1.0" encoding="utf-8"?>
<a:tblStyleLst xmlns:a="http://schemas.openxmlformats.org/drawingml/2006/main" def="{3A8042FF-D110-4CE3-9172-1BB03A3BBB8C}">
  <a:tblStyle styleId="{3A8042FF-D110-4CE3-9172-1BB03A3BBB8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21" Type="http://schemas.openxmlformats.org/officeDocument/2006/relationships/font" Target="fonts/font6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am Hronec" userId="194401e9-a5bc-4081-9fad-92b0ce381c09" providerId="ADAL" clId="{8BD499E5-3633-418E-97F1-3F3560D82E71}"/>
    <pc:docChg chg="undo redo custSel addSld delSld modSld sldOrd">
      <pc:chgData name="Adam Hronec" userId="194401e9-a5bc-4081-9fad-92b0ce381c09" providerId="ADAL" clId="{8BD499E5-3633-418E-97F1-3F3560D82E71}" dt="2026-05-12T12:59:36.371" v="2701" actId="20577"/>
      <pc:docMkLst>
        <pc:docMk/>
      </pc:docMkLst>
      <pc:sldChg chg="addSp modSp mod modNotes">
        <pc:chgData name="Adam Hronec" userId="194401e9-a5bc-4081-9fad-92b0ce381c09" providerId="ADAL" clId="{8BD499E5-3633-418E-97F1-3F3560D82E71}" dt="2026-05-12T07:47:58.894" v="8" actId="20577"/>
        <pc:sldMkLst>
          <pc:docMk/>
          <pc:sldMk cId="0" sldId="256"/>
        </pc:sldMkLst>
        <pc:spChg chg="mod">
          <ac:chgData name="Adam Hronec" userId="194401e9-a5bc-4081-9fad-92b0ce381c09" providerId="ADAL" clId="{8BD499E5-3633-418E-97F1-3F3560D82E71}" dt="2026-05-12T07:47:58.894" v="8" actId="20577"/>
          <ac:spMkLst>
            <pc:docMk/>
            <pc:sldMk cId="0" sldId="256"/>
            <ac:spMk id="88" creationId="{00000000-0000-0000-0000-000000000000}"/>
          </ac:spMkLst>
        </pc:spChg>
        <pc:picChg chg="add mod">
          <ac:chgData name="Adam Hronec" userId="194401e9-a5bc-4081-9fad-92b0ce381c09" providerId="ADAL" clId="{8BD499E5-3633-418E-97F1-3F3560D82E71}" dt="2026-05-12T07:24:02.778" v="5" actId="1076"/>
          <ac:picMkLst>
            <pc:docMk/>
            <pc:sldMk cId="0" sldId="256"/>
            <ac:picMk id="3" creationId="{C5ADEB95-12AE-5013-25E0-DED029966F2A}"/>
          </ac:picMkLst>
        </pc:picChg>
      </pc:sldChg>
      <pc:sldChg chg="addSp modSp mod">
        <pc:chgData name="Adam Hronec" userId="194401e9-a5bc-4081-9fad-92b0ce381c09" providerId="ADAL" clId="{8BD499E5-3633-418E-97F1-3F3560D82E71}" dt="2026-05-12T10:12:44.249" v="2419" actId="20578"/>
        <pc:sldMkLst>
          <pc:docMk/>
          <pc:sldMk cId="0" sldId="257"/>
        </pc:sldMkLst>
        <pc:spChg chg="add mod">
          <ac:chgData name="Adam Hronec" userId="194401e9-a5bc-4081-9fad-92b0ce381c09" providerId="ADAL" clId="{8BD499E5-3633-418E-97F1-3F3560D82E71}" dt="2026-05-12T07:53:49.780" v="175" actId="20577"/>
          <ac:spMkLst>
            <pc:docMk/>
            <pc:sldMk cId="0" sldId="257"/>
            <ac:spMk id="2" creationId="{BEE69706-9543-0418-07A7-D56391F9E203}"/>
          </ac:spMkLst>
        </pc:spChg>
        <pc:spChg chg="mod">
          <ac:chgData name="Adam Hronec" userId="194401e9-a5bc-4081-9fad-92b0ce381c09" providerId="ADAL" clId="{8BD499E5-3633-418E-97F1-3F3560D82E71}" dt="2026-05-12T10:12:44.249" v="2419" actId="20578"/>
          <ac:spMkLst>
            <pc:docMk/>
            <pc:sldMk cId="0" sldId="257"/>
            <ac:spMk id="99" creationId="{00000000-0000-0000-0000-000000000000}"/>
          </ac:spMkLst>
        </pc:spChg>
        <pc:spChg chg="mod">
          <ac:chgData name="Adam Hronec" userId="194401e9-a5bc-4081-9fad-92b0ce381c09" providerId="ADAL" clId="{8BD499E5-3633-418E-97F1-3F3560D82E71}" dt="2026-05-12T10:06:57.770" v="2321" actId="20577"/>
          <ac:spMkLst>
            <pc:docMk/>
            <pc:sldMk cId="0" sldId="257"/>
            <ac:spMk id="101" creationId="{00000000-0000-0000-0000-000000000000}"/>
          </ac:spMkLst>
        </pc:spChg>
        <pc:spChg chg="mod">
          <ac:chgData name="Adam Hronec" userId="194401e9-a5bc-4081-9fad-92b0ce381c09" providerId="ADAL" clId="{8BD499E5-3633-418E-97F1-3F3560D82E71}" dt="2026-05-12T10:08:11.164" v="2364" actId="20577"/>
          <ac:spMkLst>
            <pc:docMk/>
            <pc:sldMk cId="0" sldId="257"/>
            <ac:spMk id="103" creationId="{00000000-0000-0000-0000-000000000000}"/>
          </ac:spMkLst>
        </pc:spChg>
        <pc:spChg chg="mod">
          <ac:chgData name="Adam Hronec" userId="194401e9-a5bc-4081-9fad-92b0ce381c09" providerId="ADAL" clId="{8BD499E5-3633-418E-97F1-3F3560D82E71}" dt="2026-05-12T07:54:02.945" v="197" actId="20577"/>
          <ac:spMkLst>
            <pc:docMk/>
            <pc:sldMk cId="0" sldId="257"/>
            <ac:spMk id="107" creationId="{00000000-0000-0000-0000-000000000000}"/>
          </ac:spMkLst>
        </pc:spChg>
        <pc:picChg chg="mod">
          <ac:chgData name="Adam Hronec" userId="194401e9-a5bc-4081-9fad-92b0ce381c09" providerId="ADAL" clId="{8BD499E5-3633-418E-97F1-3F3560D82E71}" dt="2026-05-12T07:53:35.291" v="145" actId="1076"/>
          <ac:picMkLst>
            <pc:docMk/>
            <pc:sldMk cId="0" sldId="257"/>
            <ac:picMk id="94" creationId="{00000000-0000-0000-0000-000000000000}"/>
          </ac:picMkLst>
        </pc:picChg>
        <pc:picChg chg="mod">
          <ac:chgData name="Adam Hronec" userId="194401e9-a5bc-4081-9fad-92b0ce381c09" providerId="ADAL" clId="{8BD499E5-3633-418E-97F1-3F3560D82E71}" dt="2026-05-12T10:07:02.375" v="2322" actId="14100"/>
          <ac:picMkLst>
            <pc:docMk/>
            <pc:sldMk cId="0" sldId="257"/>
            <ac:picMk id="95" creationId="{00000000-0000-0000-0000-000000000000}"/>
          </ac:picMkLst>
        </pc:picChg>
        <pc:picChg chg="mod">
          <ac:chgData name="Adam Hronec" userId="194401e9-a5bc-4081-9fad-92b0ce381c09" providerId="ADAL" clId="{8BD499E5-3633-418E-97F1-3F3560D82E71}" dt="2026-05-12T10:07:05.852" v="2323" actId="14100"/>
          <ac:picMkLst>
            <pc:docMk/>
            <pc:sldMk cId="0" sldId="257"/>
            <ac:picMk id="96" creationId="{00000000-0000-0000-0000-000000000000}"/>
          </ac:picMkLst>
        </pc:picChg>
        <pc:picChg chg="mod">
          <ac:chgData name="Adam Hronec" userId="194401e9-a5bc-4081-9fad-92b0ce381c09" providerId="ADAL" clId="{8BD499E5-3633-418E-97F1-3F3560D82E71}" dt="2026-05-12T10:07:12.114" v="2324" actId="14100"/>
          <ac:picMkLst>
            <pc:docMk/>
            <pc:sldMk cId="0" sldId="257"/>
            <ac:picMk id="97" creationId="{00000000-0000-0000-0000-000000000000}"/>
          </ac:picMkLst>
        </pc:picChg>
      </pc:sldChg>
      <pc:sldChg chg="addSp modSp del mod">
        <pc:chgData name="Adam Hronec" userId="194401e9-a5bc-4081-9fad-92b0ce381c09" providerId="ADAL" clId="{8BD499E5-3633-418E-97F1-3F3560D82E71}" dt="2026-05-12T08:48:48.803" v="1590" actId="2696"/>
        <pc:sldMkLst>
          <pc:docMk/>
          <pc:sldMk cId="0" sldId="258"/>
        </pc:sldMkLst>
        <pc:spChg chg="add mod">
          <ac:chgData name="Adam Hronec" userId="194401e9-a5bc-4081-9fad-92b0ce381c09" providerId="ADAL" clId="{8BD499E5-3633-418E-97F1-3F3560D82E71}" dt="2026-05-12T07:55:16.738" v="243" actId="1076"/>
          <ac:spMkLst>
            <pc:docMk/>
            <pc:sldMk cId="0" sldId="258"/>
            <ac:spMk id="2" creationId="{64219EAF-E2A8-C54E-F3E7-7FFF985F93BF}"/>
          </ac:spMkLst>
        </pc:spChg>
        <pc:spChg chg="mod">
          <ac:chgData name="Adam Hronec" userId="194401e9-a5bc-4081-9fad-92b0ce381c09" providerId="ADAL" clId="{8BD499E5-3633-418E-97F1-3F3560D82E71}" dt="2026-05-12T07:54:50.464" v="229" actId="20577"/>
          <ac:spMkLst>
            <pc:docMk/>
            <pc:sldMk cId="0" sldId="258"/>
            <ac:spMk id="114" creationId="{00000000-0000-0000-0000-000000000000}"/>
          </ac:spMkLst>
        </pc:spChg>
      </pc:sldChg>
      <pc:sldChg chg="addSp modSp mod">
        <pc:chgData name="Adam Hronec" userId="194401e9-a5bc-4081-9fad-92b0ce381c09" providerId="ADAL" clId="{8BD499E5-3633-418E-97F1-3F3560D82E71}" dt="2026-05-12T10:12:02.658" v="2418" actId="1038"/>
        <pc:sldMkLst>
          <pc:docMk/>
          <pc:sldMk cId="0" sldId="259"/>
        </pc:sldMkLst>
        <pc:spChg chg="mod">
          <ac:chgData name="Adam Hronec" userId="194401e9-a5bc-4081-9fad-92b0ce381c09" providerId="ADAL" clId="{8BD499E5-3633-418E-97F1-3F3560D82E71}" dt="2026-05-12T10:12:02.658" v="2418" actId="1038"/>
          <ac:spMkLst>
            <pc:docMk/>
            <pc:sldMk cId="0" sldId="259"/>
            <ac:spMk id="2" creationId="{7D700B9B-E2E4-BEE3-C7E4-47D1E3D9E5DC}"/>
          </ac:spMkLst>
        </pc:spChg>
        <pc:spChg chg="mod">
          <ac:chgData name="Adam Hronec" userId="194401e9-a5bc-4081-9fad-92b0ce381c09" providerId="ADAL" clId="{8BD499E5-3633-418E-97F1-3F3560D82E71}" dt="2026-05-12T10:12:02.658" v="2418" actId="1038"/>
          <ac:spMkLst>
            <pc:docMk/>
            <pc:sldMk cId="0" sldId="259"/>
            <ac:spMk id="3" creationId="{DEAC426A-2438-56E4-ACEF-29DD475B9EFB}"/>
          </ac:spMkLst>
        </pc:spChg>
        <pc:spChg chg="mod">
          <ac:chgData name="Adam Hronec" userId="194401e9-a5bc-4081-9fad-92b0ce381c09" providerId="ADAL" clId="{8BD499E5-3633-418E-97F1-3F3560D82E71}" dt="2026-05-12T10:11:35.667" v="2397" actId="1076"/>
          <ac:spMkLst>
            <pc:docMk/>
            <pc:sldMk cId="0" sldId="259"/>
            <ac:spMk id="5" creationId="{C7B57EBE-03AA-786E-DD97-5AFBA67F93FF}"/>
          </ac:spMkLst>
        </pc:spChg>
        <pc:picChg chg="add mod ord">
          <ac:chgData name="Adam Hronec" userId="194401e9-a5bc-4081-9fad-92b0ce381c09" providerId="ADAL" clId="{8BD499E5-3633-418E-97F1-3F3560D82E71}" dt="2026-05-12T09:59:17.464" v="2125" actId="167"/>
          <ac:picMkLst>
            <pc:docMk/>
            <pc:sldMk cId="0" sldId="259"/>
            <ac:picMk id="6" creationId="{4FA7B4E6-57BF-7B25-E5DE-B7FB242F151C}"/>
          </ac:picMkLst>
        </pc:picChg>
      </pc:sldChg>
      <pc:sldChg chg="addSp modSp mod ord">
        <pc:chgData name="Adam Hronec" userId="194401e9-a5bc-4081-9fad-92b0ce381c09" providerId="ADAL" clId="{8BD499E5-3633-418E-97F1-3F3560D82E71}" dt="2026-05-12T12:59:36.371" v="2701" actId="20577"/>
        <pc:sldMkLst>
          <pc:docMk/>
          <pc:sldMk cId="0" sldId="261"/>
        </pc:sldMkLst>
        <pc:spChg chg="mod">
          <ac:chgData name="Adam Hronec" userId="194401e9-a5bc-4081-9fad-92b0ce381c09" providerId="ADAL" clId="{8BD499E5-3633-418E-97F1-3F3560D82E71}" dt="2026-05-12T12:59:36.371" v="2701" actId="20577"/>
          <ac:spMkLst>
            <pc:docMk/>
            <pc:sldMk cId="0" sldId="261"/>
            <ac:spMk id="161" creationId="{00000000-0000-0000-0000-000000000000}"/>
          </ac:spMkLst>
        </pc:spChg>
        <pc:spChg chg="mod">
          <ac:chgData name="Adam Hronec" userId="194401e9-a5bc-4081-9fad-92b0ce381c09" providerId="ADAL" clId="{8BD499E5-3633-418E-97F1-3F3560D82E71}" dt="2026-05-12T09:09:14.001" v="1722" actId="20577"/>
          <ac:spMkLst>
            <pc:docMk/>
            <pc:sldMk cId="0" sldId="261"/>
            <ac:spMk id="163" creationId="{00000000-0000-0000-0000-000000000000}"/>
          </ac:spMkLst>
        </pc:spChg>
        <pc:picChg chg="add mod ord">
          <ac:chgData name="Adam Hronec" userId="194401e9-a5bc-4081-9fad-92b0ce381c09" providerId="ADAL" clId="{8BD499E5-3633-418E-97F1-3F3560D82E71}" dt="2026-05-12T09:58:52.351" v="2121" actId="167"/>
          <ac:picMkLst>
            <pc:docMk/>
            <pc:sldMk cId="0" sldId="261"/>
            <ac:picMk id="7" creationId="{4D099468-1BC1-4D98-63DD-9D84DBD92AB7}"/>
          </ac:picMkLst>
        </pc:picChg>
      </pc:sldChg>
      <pc:sldChg chg="addSp modSp mod">
        <pc:chgData name="Adam Hronec" userId="194401e9-a5bc-4081-9fad-92b0ce381c09" providerId="ADAL" clId="{8BD499E5-3633-418E-97F1-3F3560D82E71}" dt="2026-05-12T09:59:10.001" v="2123" actId="167"/>
        <pc:sldMkLst>
          <pc:docMk/>
          <pc:sldMk cId="0" sldId="262"/>
        </pc:sldMkLst>
        <pc:picChg chg="add mod ord">
          <ac:chgData name="Adam Hronec" userId="194401e9-a5bc-4081-9fad-92b0ce381c09" providerId="ADAL" clId="{8BD499E5-3633-418E-97F1-3F3560D82E71}" dt="2026-05-12T09:59:10.001" v="2123" actId="167"/>
          <ac:picMkLst>
            <pc:docMk/>
            <pc:sldMk cId="0" sldId="262"/>
            <ac:picMk id="2" creationId="{B7E5FF22-EEF2-CE9C-F933-C11129D8301F}"/>
          </ac:picMkLst>
        </pc:picChg>
      </pc:sldChg>
      <pc:sldChg chg="addSp delSp modSp mod ord modNotes">
        <pc:chgData name="Adam Hronec" userId="194401e9-a5bc-4081-9fad-92b0ce381c09" providerId="ADAL" clId="{8BD499E5-3633-418E-97F1-3F3560D82E71}" dt="2026-05-12T09:58:16.748" v="2119"/>
        <pc:sldMkLst>
          <pc:docMk/>
          <pc:sldMk cId="0" sldId="263"/>
        </pc:sldMkLst>
        <pc:spChg chg="add mod">
          <ac:chgData name="Adam Hronec" userId="194401e9-a5bc-4081-9fad-92b0ce381c09" providerId="ADAL" clId="{8BD499E5-3633-418E-97F1-3F3560D82E71}" dt="2026-05-12T09:34:52.494" v="2042" actId="1036"/>
          <ac:spMkLst>
            <pc:docMk/>
            <pc:sldMk cId="0" sldId="263"/>
            <ac:spMk id="2" creationId="{394B7510-8417-A540-E5B7-D31599A4CD25}"/>
          </ac:spMkLst>
        </pc:spChg>
        <pc:spChg chg="mod">
          <ac:chgData name="Adam Hronec" userId="194401e9-a5bc-4081-9fad-92b0ce381c09" providerId="ADAL" clId="{8BD499E5-3633-418E-97F1-3F3560D82E71}" dt="2026-05-12T09:35:01.998" v="2044" actId="20577"/>
          <ac:spMkLst>
            <pc:docMk/>
            <pc:sldMk cId="0" sldId="263"/>
            <ac:spMk id="202" creationId="{00000000-0000-0000-0000-000000000000}"/>
          </ac:spMkLst>
        </pc:spChg>
        <pc:spChg chg="mod">
          <ac:chgData name="Adam Hronec" userId="194401e9-a5bc-4081-9fad-92b0ce381c09" providerId="ADAL" clId="{8BD499E5-3633-418E-97F1-3F3560D82E71}" dt="2026-05-12T09:48:12.159" v="2073" actId="20577"/>
          <ac:spMkLst>
            <pc:docMk/>
            <pc:sldMk cId="0" sldId="263"/>
            <ac:spMk id="203" creationId="{00000000-0000-0000-0000-000000000000}"/>
          </ac:spMkLst>
        </pc:spChg>
        <pc:spChg chg="mod">
          <ac:chgData name="Adam Hronec" userId="194401e9-a5bc-4081-9fad-92b0ce381c09" providerId="ADAL" clId="{8BD499E5-3633-418E-97F1-3F3560D82E71}" dt="2026-05-12T09:35:55.681" v="2047" actId="20577"/>
          <ac:spMkLst>
            <pc:docMk/>
            <pc:sldMk cId="0" sldId="263"/>
            <ac:spMk id="204" creationId="{00000000-0000-0000-0000-000000000000}"/>
          </ac:spMkLst>
        </pc:spChg>
        <pc:spChg chg="mod">
          <ac:chgData name="Adam Hronec" userId="194401e9-a5bc-4081-9fad-92b0ce381c09" providerId="ADAL" clId="{8BD499E5-3633-418E-97F1-3F3560D82E71}" dt="2026-05-12T09:34:52.494" v="2042" actId="1036"/>
          <ac:spMkLst>
            <pc:docMk/>
            <pc:sldMk cId="0" sldId="263"/>
            <ac:spMk id="205" creationId="{00000000-0000-0000-0000-000000000000}"/>
          </ac:spMkLst>
        </pc:spChg>
        <pc:spChg chg="del mod">
          <ac:chgData name="Adam Hronec" userId="194401e9-a5bc-4081-9fad-92b0ce381c09" providerId="ADAL" clId="{8BD499E5-3633-418E-97F1-3F3560D82E71}" dt="2026-05-12T09:34:25.778" v="1996" actId="478"/>
          <ac:spMkLst>
            <pc:docMk/>
            <pc:sldMk cId="0" sldId="263"/>
            <ac:spMk id="206" creationId="{00000000-0000-0000-0000-000000000000}"/>
          </ac:spMkLst>
        </pc:spChg>
        <pc:picChg chg="mod">
          <ac:chgData name="Adam Hronec" userId="194401e9-a5bc-4081-9fad-92b0ce381c09" providerId="ADAL" clId="{8BD499E5-3633-418E-97F1-3F3560D82E71}" dt="2026-05-12T09:34:52.494" v="2042" actId="1036"/>
          <ac:picMkLst>
            <pc:docMk/>
            <pc:sldMk cId="0" sldId="263"/>
            <ac:picMk id="208" creationId="{00000000-0000-0000-0000-000000000000}"/>
          </ac:picMkLst>
        </pc:picChg>
        <pc:picChg chg="mod">
          <ac:chgData name="Adam Hronec" userId="194401e9-a5bc-4081-9fad-92b0ce381c09" providerId="ADAL" clId="{8BD499E5-3633-418E-97F1-3F3560D82E71}" dt="2026-05-12T09:34:52.494" v="2042" actId="1036"/>
          <ac:picMkLst>
            <pc:docMk/>
            <pc:sldMk cId="0" sldId="263"/>
            <ac:picMk id="209" creationId="{00000000-0000-0000-0000-000000000000}"/>
          </ac:picMkLst>
        </pc:picChg>
        <pc:picChg chg="mod">
          <ac:chgData name="Adam Hronec" userId="194401e9-a5bc-4081-9fad-92b0ce381c09" providerId="ADAL" clId="{8BD499E5-3633-418E-97F1-3F3560D82E71}" dt="2026-05-12T09:34:52.494" v="2042" actId="1036"/>
          <ac:picMkLst>
            <pc:docMk/>
            <pc:sldMk cId="0" sldId="263"/>
            <ac:picMk id="210" creationId="{00000000-0000-0000-0000-000000000000}"/>
          </ac:picMkLst>
        </pc:picChg>
      </pc:sldChg>
      <pc:sldChg chg="modSp del mod">
        <pc:chgData name="Adam Hronec" userId="194401e9-a5bc-4081-9fad-92b0ce381c09" providerId="ADAL" clId="{8BD499E5-3633-418E-97F1-3F3560D82E71}" dt="2026-05-12T12:58:58.285" v="2607" actId="47"/>
        <pc:sldMkLst>
          <pc:docMk/>
          <pc:sldMk cId="0" sldId="266"/>
        </pc:sldMkLst>
        <pc:spChg chg="mod">
          <ac:chgData name="Adam Hronec" userId="194401e9-a5bc-4081-9fad-92b0ce381c09" providerId="ADAL" clId="{8BD499E5-3633-418E-97F1-3F3560D82E71}" dt="2026-05-12T10:10:24.008" v="2395" actId="20577"/>
          <ac:spMkLst>
            <pc:docMk/>
            <pc:sldMk cId="0" sldId="266"/>
            <ac:spMk id="242" creationId="{00000000-0000-0000-0000-000000000000}"/>
          </ac:spMkLst>
        </pc:spChg>
      </pc:sldChg>
      <pc:sldChg chg="modSp mod">
        <pc:chgData name="Adam Hronec" userId="194401e9-a5bc-4081-9fad-92b0ce381c09" providerId="ADAL" clId="{8BD499E5-3633-418E-97F1-3F3560D82E71}" dt="2026-05-12T08:44:12.628" v="1580" actId="1076"/>
        <pc:sldMkLst>
          <pc:docMk/>
          <pc:sldMk cId="0" sldId="267"/>
        </pc:sldMkLst>
        <pc:picChg chg="mod">
          <ac:chgData name="Adam Hronec" userId="194401e9-a5bc-4081-9fad-92b0ce381c09" providerId="ADAL" clId="{8BD499E5-3633-418E-97F1-3F3560D82E71}" dt="2026-05-12T08:44:12.628" v="1580" actId="1076"/>
          <ac:picMkLst>
            <pc:docMk/>
            <pc:sldMk cId="0" sldId="267"/>
            <ac:picMk id="247" creationId="{00000000-0000-0000-0000-000000000000}"/>
          </ac:picMkLst>
        </pc:picChg>
      </pc:sldChg>
      <pc:sldChg chg="delSp modSp add mod">
        <pc:chgData name="Adam Hronec" userId="194401e9-a5bc-4081-9fad-92b0ce381c09" providerId="ADAL" clId="{8BD499E5-3633-418E-97F1-3F3560D82E71}" dt="2026-05-12T07:52:12.596" v="137" actId="1076"/>
        <pc:sldMkLst>
          <pc:docMk/>
          <pc:sldMk cId="2879609632" sldId="268"/>
        </pc:sldMkLst>
        <pc:spChg chg="mod">
          <ac:chgData name="Adam Hronec" userId="194401e9-a5bc-4081-9fad-92b0ce381c09" providerId="ADAL" clId="{8BD499E5-3633-418E-97F1-3F3560D82E71}" dt="2026-05-12T07:52:12.596" v="137" actId="1076"/>
          <ac:spMkLst>
            <pc:docMk/>
            <pc:sldMk cId="2879609632" sldId="268"/>
            <ac:spMk id="87" creationId="{5CBB187D-4EFD-014B-974F-AE9FFD31755F}"/>
          </ac:spMkLst>
        </pc:spChg>
        <pc:spChg chg="mod">
          <ac:chgData name="Adam Hronec" userId="194401e9-a5bc-4081-9fad-92b0ce381c09" providerId="ADAL" clId="{8BD499E5-3633-418E-97F1-3F3560D82E71}" dt="2026-05-12T07:50:54.414" v="78" actId="1076"/>
          <ac:spMkLst>
            <pc:docMk/>
            <pc:sldMk cId="2879609632" sldId="268"/>
            <ac:spMk id="88" creationId="{F4E210D7-0B06-0BA4-951B-C61953552A49}"/>
          </ac:spMkLst>
        </pc:spChg>
        <pc:spChg chg="del">
          <ac:chgData name="Adam Hronec" userId="194401e9-a5bc-4081-9fad-92b0ce381c09" providerId="ADAL" clId="{8BD499E5-3633-418E-97F1-3F3560D82E71}" dt="2026-05-12T07:51:01.338" v="79" actId="478"/>
          <ac:spMkLst>
            <pc:docMk/>
            <pc:sldMk cId="2879609632" sldId="268"/>
            <ac:spMk id="89" creationId="{61D04303-EDFA-8244-053C-5ECC35C35EC7}"/>
          </ac:spMkLst>
        </pc:spChg>
        <pc:picChg chg="mod modCrop">
          <ac:chgData name="Adam Hronec" userId="194401e9-a5bc-4081-9fad-92b0ce381c09" providerId="ADAL" clId="{8BD499E5-3633-418E-97F1-3F3560D82E71}" dt="2026-05-12T07:51:42.853" v="126" actId="1076"/>
          <ac:picMkLst>
            <pc:docMk/>
            <pc:sldMk cId="2879609632" sldId="268"/>
            <ac:picMk id="3" creationId="{740E0548-EAD4-0082-0310-0F34A12C7EB0}"/>
          </ac:picMkLst>
        </pc:picChg>
      </pc:sldChg>
      <pc:sldChg chg="addSp delSp modSp add mod">
        <pc:chgData name="Adam Hronec" userId="194401e9-a5bc-4081-9fad-92b0ce381c09" providerId="ADAL" clId="{8BD499E5-3633-418E-97F1-3F3560D82E71}" dt="2026-05-12T10:17:00.940" v="2488" actId="20577"/>
        <pc:sldMkLst>
          <pc:docMk/>
          <pc:sldMk cId="3250955381" sldId="269"/>
        </pc:sldMkLst>
        <pc:spChg chg="add mod">
          <ac:chgData name="Adam Hronec" userId="194401e9-a5bc-4081-9fad-92b0ce381c09" providerId="ADAL" clId="{8BD499E5-3633-418E-97F1-3F3560D82E71}" dt="2026-05-12T10:17:00.940" v="2488" actId="20577"/>
          <ac:spMkLst>
            <pc:docMk/>
            <pc:sldMk cId="3250955381" sldId="269"/>
            <ac:spMk id="4" creationId="{164DBD87-64B4-110E-820D-CB4D64F0535C}"/>
          </ac:spMkLst>
        </pc:spChg>
        <pc:spChg chg="add del">
          <ac:chgData name="Adam Hronec" userId="194401e9-a5bc-4081-9fad-92b0ce381c09" providerId="ADAL" clId="{8BD499E5-3633-418E-97F1-3F3560D82E71}" dt="2026-05-12T07:57:45.071" v="307" actId="478"/>
          <ac:spMkLst>
            <pc:docMk/>
            <pc:sldMk cId="3250955381" sldId="269"/>
            <ac:spMk id="6" creationId="{EAE04503-3C94-67B8-F942-F5B94B9B5771}"/>
          </ac:spMkLst>
        </pc:spChg>
        <pc:spChg chg="add del">
          <ac:chgData name="Adam Hronec" userId="194401e9-a5bc-4081-9fad-92b0ce381c09" providerId="ADAL" clId="{8BD499E5-3633-418E-97F1-3F3560D82E71}" dt="2026-05-12T07:58:01.335" v="310" actId="478"/>
          <ac:spMkLst>
            <pc:docMk/>
            <pc:sldMk cId="3250955381" sldId="269"/>
            <ac:spMk id="8" creationId="{0C23D6AF-ED81-2A3A-0ECE-F9380287AAFE}"/>
          </ac:spMkLst>
        </pc:spChg>
        <pc:spChg chg="add del">
          <ac:chgData name="Adam Hronec" userId="194401e9-a5bc-4081-9fad-92b0ce381c09" providerId="ADAL" clId="{8BD499E5-3633-418E-97F1-3F3560D82E71}" dt="2026-05-12T08:03:10.657" v="346" actId="478"/>
          <ac:spMkLst>
            <pc:docMk/>
            <pc:sldMk cId="3250955381" sldId="269"/>
            <ac:spMk id="14" creationId="{39B5B29B-2EBC-847B-2803-71F847E3DD57}"/>
          </ac:spMkLst>
        </pc:spChg>
        <pc:spChg chg="mod">
          <ac:chgData name="Adam Hronec" userId="194401e9-a5bc-4081-9fad-92b0ce381c09" providerId="ADAL" clId="{8BD499E5-3633-418E-97F1-3F3560D82E71}" dt="2026-05-12T07:57:00.134" v="260" actId="20577"/>
          <ac:spMkLst>
            <pc:docMk/>
            <pc:sldMk cId="3250955381" sldId="269"/>
            <ac:spMk id="117" creationId="{F0009481-9765-8B5E-F5C1-3FFE2440E930}"/>
          </ac:spMkLst>
        </pc:spChg>
        <pc:spChg chg="del mod">
          <ac:chgData name="Adam Hronec" userId="194401e9-a5bc-4081-9fad-92b0ce381c09" providerId="ADAL" clId="{8BD499E5-3633-418E-97F1-3F3560D82E71}" dt="2026-05-12T07:57:41.950" v="304"/>
          <ac:spMkLst>
            <pc:docMk/>
            <pc:sldMk cId="3250955381" sldId="269"/>
            <ac:spMk id="118" creationId="{B5E8A519-37B8-6C5D-C19B-E583BC4A0BB5}"/>
          </ac:spMkLst>
        </pc:spChg>
        <pc:spChg chg="del mod">
          <ac:chgData name="Adam Hronec" userId="194401e9-a5bc-4081-9fad-92b0ce381c09" providerId="ADAL" clId="{8BD499E5-3633-418E-97F1-3F3560D82E71}" dt="2026-05-12T07:57:41.950" v="302"/>
          <ac:spMkLst>
            <pc:docMk/>
            <pc:sldMk cId="3250955381" sldId="269"/>
            <ac:spMk id="119" creationId="{97966244-89D2-2181-6B17-75EB453B1098}"/>
          </ac:spMkLst>
        </pc:spChg>
        <pc:picChg chg="del">
          <ac:chgData name="Adam Hronec" userId="194401e9-a5bc-4081-9fad-92b0ce381c09" providerId="ADAL" clId="{8BD499E5-3633-418E-97F1-3F3560D82E71}" dt="2026-05-12T08:03:03.721" v="344" actId="478"/>
          <ac:picMkLst>
            <pc:docMk/>
            <pc:sldMk cId="3250955381" sldId="269"/>
            <ac:picMk id="3" creationId="{375D5483-967B-1958-8352-39011C948FEE}"/>
          </ac:picMkLst>
        </pc:picChg>
        <pc:picChg chg="add del mod">
          <ac:chgData name="Adam Hronec" userId="194401e9-a5bc-4081-9fad-92b0ce381c09" providerId="ADAL" clId="{8BD499E5-3633-418E-97F1-3F3560D82E71}" dt="2026-05-12T07:59:47.960" v="339" actId="478"/>
          <ac:picMkLst>
            <pc:docMk/>
            <pc:sldMk cId="3250955381" sldId="269"/>
            <ac:picMk id="10" creationId="{D9CA5D61-DB4E-F82C-2D52-7251E2B02675}"/>
          </ac:picMkLst>
        </pc:picChg>
        <pc:picChg chg="add mod">
          <ac:chgData name="Adam Hronec" userId="194401e9-a5bc-4081-9fad-92b0ce381c09" providerId="ADAL" clId="{8BD499E5-3633-418E-97F1-3F3560D82E71}" dt="2026-05-12T08:08:32.566" v="528" actId="1076"/>
          <ac:picMkLst>
            <pc:docMk/>
            <pc:sldMk cId="3250955381" sldId="269"/>
            <ac:picMk id="12" creationId="{DB918BA2-7685-DFC1-17C4-544722955B68}"/>
          </ac:picMkLst>
        </pc:picChg>
        <pc:picChg chg="add del mod modCrop">
          <ac:chgData name="Adam Hronec" userId="194401e9-a5bc-4081-9fad-92b0ce381c09" providerId="ADAL" clId="{8BD499E5-3633-418E-97F1-3F3560D82E71}" dt="2026-05-12T08:07:57.228" v="518" actId="478"/>
          <ac:picMkLst>
            <pc:docMk/>
            <pc:sldMk cId="3250955381" sldId="269"/>
            <ac:picMk id="16" creationId="{B123BC77-9DB4-7144-3547-012A72F34CAE}"/>
          </ac:picMkLst>
        </pc:picChg>
        <pc:picChg chg="add mod modCrop">
          <ac:chgData name="Adam Hronec" userId="194401e9-a5bc-4081-9fad-92b0ce381c09" providerId="ADAL" clId="{8BD499E5-3633-418E-97F1-3F3560D82E71}" dt="2026-05-12T08:12:52.328" v="695" actId="732"/>
          <ac:picMkLst>
            <pc:docMk/>
            <pc:sldMk cId="3250955381" sldId="269"/>
            <ac:picMk id="18" creationId="{901A59E9-B208-009A-85B8-290DE5042A3C}"/>
          </ac:picMkLst>
        </pc:picChg>
        <pc:picChg chg="mod ord">
          <ac:chgData name="Adam Hronec" userId="194401e9-a5bc-4081-9fad-92b0ce381c09" providerId="ADAL" clId="{8BD499E5-3633-418E-97F1-3F3560D82E71}" dt="2026-05-12T08:12:43.845" v="694" actId="167"/>
          <ac:picMkLst>
            <pc:docMk/>
            <pc:sldMk cId="3250955381" sldId="269"/>
            <ac:picMk id="113" creationId="{C5B4EB6D-E119-047B-8604-90E345F161DA}"/>
          </ac:picMkLst>
        </pc:picChg>
      </pc:sldChg>
      <pc:sldChg chg="addSp delSp modSp add mod ord">
        <pc:chgData name="Adam Hronec" userId="194401e9-a5bc-4081-9fad-92b0ce381c09" providerId="ADAL" clId="{8BD499E5-3633-418E-97F1-3F3560D82E71}" dt="2026-05-12T10:01:09.135" v="2139" actId="1037"/>
        <pc:sldMkLst>
          <pc:docMk/>
          <pc:sldMk cId="1939780962" sldId="270"/>
        </pc:sldMkLst>
        <pc:spChg chg="mod">
          <ac:chgData name="Adam Hronec" userId="194401e9-a5bc-4081-9fad-92b0ce381c09" providerId="ADAL" clId="{8BD499E5-3633-418E-97F1-3F3560D82E71}" dt="2026-05-12T08:10:11.712" v="575" actId="20577"/>
          <ac:spMkLst>
            <pc:docMk/>
            <pc:sldMk cId="1939780962" sldId="270"/>
            <ac:spMk id="2" creationId="{E8E79E8D-C62A-FFD9-9ED8-CEE3C56CC71C}"/>
          </ac:spMkLst>
        </pc:spChg>
        <pc:spChg chg="add mod">
          <ac:chgData name="Adam Hronec" userId="194401e9-a5bc-4081-9fad-92b0ce381c09" providerId="ADAL" clId="{8BD499E5-3633-418E-97F1-3F3560D82E71}" dt="2026-05-12T09:01:06.415" v="1720" actId="20577"/>
          <ac:spMkLst>
            <pc:docMk/>
            <pc:sldMk cId="1939780962" sldId="270"/>
            <ac:spMk id="3" creationId="{6BE6C078-8A98-13EB-3351-C1E33D38B169}"/>
          </ac:spMkLst>
        </pc:spChg>
        <pc:spChg chg="add mod">
          <ac:chgData name="Adam Hronec" userId="194401e9-a5bc-4081-9fad-92b0ce381c09" providerId="ADAL" clId="{8BD499E5-3633-418E-97F1-3F3560D82E71}" dt="2026-05-12T08:16:46.053" v="912" actId="1035"/>
          <ac:spMkLst>
            <pc:docMk/>
            <pc:sldMk cId="1939780962" sldId="270"/>
            <ac:spMk id="7" creationId="{E0CFAB91-4E77-3D3E-B46F-B7BD2A12913E}"/>
          </ac:spMkLst>
        </pc:spChg>
        <pc:spChg chg="add mod">
          <ac:chgData name="Adam Hronec" userId="194401e9-a5bc-4081-9fad-92b0ce381c09" providerId="ADAL" clId="{8BD499E5-3633-418E-97F1-3F3560D82E71}" dt="2026-05-12T08:16:46.053" v="912" actId="1035"/>
          <ac:spMkLst>
            <pc:docMk/>
            <pc:sldMk cId="1939780962" sldId="270"/>
            <ac:spMk id="9" creationId="{AB80CE33-6A56-1525-FDDF-7B616D262C32}"/>
          </ac:spMkLst>
        </pc:spChg>
        <pc:spChg chg="add mod">
          <ac:chgData name="Adam Hronec" userId="194401e9-a5bc-4081-9fad-92b0ce381c09" providerId="ADAL" clId="{8BD499E5-3633-418E-97F1-3F3560D82E71}" dt="2026-05-12T08:16:46.053" v="912" actId="1035"/>
          <ac:spMkLst>
            <pc:docMk/>
            <pc:sldMk cId="1939780962" sldId="270"/>
            <ac:spMk id="11" creationId="{406A0B1A-67E2-E106-4B70-08984F82C01E}"/>
          </ac:spMkLst>
        </pc:spChg>
        <pc:spChg chg="mod">
          <ac:chgData name="Adam Hronec" userId="194401e9-a5bc-4081-9fad-92b0ce381c09" providerId="ADAL" clId="{8BD499E5-3633-418E-97F1-3F3560D82E71}" dt="2026-05-12T08:16:46.053" v="912" actId="1035"/>
          <ac:spMkLst>
            <pc:docMk/>
            <pc:sldMk cId="1939780962" sldId="270"/>
            <ac:spMk id="98" creationId="{32A129CE-3FED-5CAB-B267-CC825CE9923F}"/>
          </ac:spMkLst>
        </pc:spChg>
        <pc:spChg chg="del mod">
          <ac:chgData name="Adam Hronec" userId="194401e9-a5bc-4081-9fad-92b0ce381c09" providerId="ADAL" clId="{8BD499E5-3633-418E-97F1-3F3560D82E71}" dt="2026-05-12T08:13:49.251" v="740" actId="478"/>
          <ac:spMkLst>
            <pc:docMk/>
            <pc:sldMk cId="1939780962" sldId="270"/>
            <ac:spMk id="99" creationId="{8AF3C3D8-FC83-7C81-CE6D-855A1E09FD70}"/>
          </ac:spMkLst>
        </pc:spChg>
        <pc:spChg chg="del mod">
          <ac:chgData name="Adam Hronec" userId="194401e9-a5bc-4081-9fad-92b0ce381c09" providerId="ADAL" clId="{8BD499E5-3633-418E-97F1-3F3560D82E71}" dt="2026-05-12T08:14:39.383" v="763" actId="478"/>
          <ac:spMkLst>
            <pc:docMk/>
            <pc:sldMk cId="1939780962" sldId="270"/>
            <ac:spMk id="100" creationId="{3CB75418-1D88-0402-9041-3AD2B6A99CB7}"/>
          </ac:spMkLst>
        </pc:spChg>
        <pc:spChg chg="del">
          <ac:chgData name="Adam Hronec" userId="194401e9-a5bc-4081-9fad-92b0ce381c09" providerId="ADAL" clId="{8BD499E5-3633-418E-97F1-3F3560D82E71}" dt="2026-05-12T08:14:40.944" v="764" actId="478"/>
          <ac:spMkLst>
            <pc:docMk/>
            <pc:sldMk cId="1939780962" sldId="270"/>
            <ac:spMk id="101" creationId="{8F7EB820-4981-3A4C-B114-42A5064BF589}"/>
          </ac:spMkLst>
        </pc:spChg>
        <pc:spChg chg="del">
          <ac:chgData name="Adam Hronec" userId="194401e9-a5bc-4081-9fad-92b0ce381c09" providerId="ADAL" clId="{8BD499E5-3633-418E-97F1-3F3560D82E71}" dt="2026-05-12T08:14:38.099" v="762" actId="478"/>
          <ac:spMkLst>
            <pc:docMk/>
            <pc:sldMk cId="1939780962" sldId="270"/>
            <ac:spMk id="102" creationId="{7C77F9D3-2C25-F2A0-B2BC-16E0B680B8C6}"/>
          </ac:spMkLst>
        </pc:spChg>
        <pc:spChg chg="del">
          <ac:chgData name="Adam Hronec" userId="194401e9-a5bc-4081-9fad-92b0ce381c09" providerId="ADAL" clId="{8BD499E5-3633-418E-97F1-3F3560D82E71}" dt="2026-05-12T08:14:42.041" v="765" actId="478"/>
          <ac:spMkLst>
            <pc:docMk/>
            <pc:sldMk cId="1939780962" sldId="270"/>
            <ac:spMk id="103" creationId="{895C623E-6127-6878-3531-8B2AF2187F0E}"/>
          </ac:spMkLst>
        </pc:spChg>
        <pc:spChg chg="del">
          <ac:chgData name="Adam Hronec" userId="194401e9-a5bc-4081-9fad-92b0ce381c09" providerId="ADAL" clId="{8BD499E5-3633-418E-97F1-3F3560D82E71}" dt="2026-05-12T08:10:17.932" v="576" actId="478"/>
          <ac:spMkLst>
            <pc:docMk/>
            <pc:sldMk cId="1939780962" sldId="270"/>
            <ac:spMk id="107" creationId="{E0ECBEE5-4408-6180-C4A7-81577D41A2CD}"/>
          </ac:spMkLst>
        </pc:spChg>
        <pc:picChg chg="add mod">
          <ac:chgData name="Adam Hronec" userId="194401e9-a5bc-4081-9fad-92b0ce381c09" providerId="ADAL" clId="{8BD499E5-3633-418E-97F1-3F3560D82E71}" dt="2026-05-12T08:14:50.728" v="770" actId="1076"/>
          <ac:picMkLst>
            <pc:docMk/>
            <pc:sldMk cId="1939780962" sldId="270"/>
            <ac:picMk id="4" creationId="{7D32828A-A5C2-5D36-85DB-70FD78C8CA75}"/>
          </ac:picMkLst>
        </pc:picChg>
        <pc:picChg chg="add mod">
          <ac:chgData name="Adam Hronec" userId="194401e9-a5bc-4081-9fad-92b0ce381c09" providerId="ADAL" clId="{8BD499E5-3633-418E-97F1-3F3560D82E71}" dt="2026-05-12T08:14:49.930" v="769" actId="571"/>
          <ac:picMkLst>
            <pc:docMk/>
            <pc:sldMk cId="1939780962" sldId="270"/>
            <ac:picMk id="5" creationId="{E3D9B006-FB02-AA75-0629-74A6DCCC70B5}"/>
          </ac:picMkLst>
        </pc:picChg>
        <pc:picChg chg="add mod">
          <ac:chgData name="Adam Hronec" userId="194401e9-a5bc-4081-9fad-92b0ce381c09" providerId="ADAL" clId="{8BD499E5-3633-418E-97F1-3F3560D82E71}" dt="2026-05-12T08:16:46.053" v="912" actId="1035"/>
          <ac:picMkLst>
            <pc:docMk/>
            <pc:sldMk cId="1939780962" sldId="270"/>
            <ac:picMk id="6" creationId="{09F65C78-D363-D4C7-D9B2-692D65CBF575}"/>
          </ac:picMkLst>
        </pc:picChg>
        <pc:picChg chg="add mod">
          <ac:chgData name="Adam Hronec" userId="194401e9-a5bc-4081-9fad-92b0ce381c09" providerId="ADAL" clId="{8BD499E5-3633-418E-97F1-3F3560D82E71}" dt="2026-05-12T08:16:46.053" v="912" actId="1035"/>
          <ac:picMkLst>
            <pc:docMk/>
            <pc:sldMk cId="1939780962" sldId="270"/>
            <ac:picMk id="8" creationId="{C5722D99-DF0F-4491-E459-A81F1B85765C}"/>
          </ac:picMkLst>
        </pc:picChg>
        <pc:picChg chg="add mod">
          <ac:chgData name="Adam Hronec" userId="194401e9-a5bc-4081-9fad-92b0ce381c09" providerId="ADAL" clId="{8BD499E5-3633-418E-97F1-3F3560D82E71}" dt="2026-05-12T08:16:46.053" v="912" actId="1035"/>
          <ac:picMkLst>
            <pc:docMk/>
            <pc:sldMk cId="1939780962" sldId="270"/>
            <ac:picMk id="10" creationId="{2EF3974E-F668-AFD9-0EFA-FABADD4FC76A}"/>
          </ac:picMkLst>
        </pc:picChg>
        <pc:picChg chg="add mod">
          <ac:chgData name="Adam Hronec" userId="194401e9-a5bc-4081-9fad-92b0ce381c09" providerId="ADAL" clId="{8BD499E5-3633-418E-97F1-3F3560D82E71}" dt="2026-05-12T10:00:35.643" v="2126" actId="14100"/>
          <ac:picMkLst>
            <pc:docMk/>
            <pc:sldMk cId="1939780962" sldId="270"/>
            <ac:picMk id="13" creationId="{F74A51F6-73D4-0236-95BF-BB1E53AA5E2A}"/>
          </ac:picMkLst>
        </pc:picChg>
        <pc:picChg chg="add mod">
          <ac:chgData name="Adam Hronec" userId="194401e9-a5bc-4081-9fad-92b0ce381c09" providerId="ADAL" clId="{8BD499E5-3633-418E-97F1-3F3560D82E71}" dt="2026-05-12T10:00:48.083" v="2133" actId="1076"/>
          <ac:picMkLst>
            <pc:docMk/>
            <pc:sldMk cId="1939780962" sldId="270"/>
            <ac:picMk id="15" creationId="{6DF779DB-88C0-AC73-9558-980B7ABB124C}"/>
          </ac:picMkLst>
        </pc:picChg>
        <pc:picChg chg="add mod">
          <ac:chgData name="Adam Hronec" userId="194401e9-a5bc-4081-9fad-92b0ce381c09" providerId="ADAL" clId="{8BD499E5-3633-418E-97F1-3F3560D82E71}" dt="2026-05-12T10:01:09.135" v="2139" actId="1037"/>
          <ac:picMkLst>
            <pc:docMk/>
            <pc:sldMk cId="1939780962" sldId="270"/>
            <ac:picMk id="17" creationId="{9F21BA59-E060-9069-08B4-107982A8AC84}"/>
          </ac:picMkLst>
        </pc:picChg>
        <pc:picChg chg="add mod">
          <ac:chgData name="Adam Hronec" userId="194401e9-a5bc-4081-9fad-92b0ce381c09" providerId="ADAL" clId="{8BD499E5-3633-418E-97F1-3F3560D82E71}" dt="2026-05-12T10:01:05.299" v="2138" actId="1037"/>
          <ac:picMkLst>
            <pc:docMk/>
            <pc:sldMk cId="1939780962" sldId="270"/>
            <ac:picMk id="19" creationId="{41F6A164-E803-DEE1-71E0-407A993719B2}"/>
          </ac:picMkLst>
        </pc:picChg>
        <pc:picChg chg="mod">
          <ac:chgData name="Adam Hronec" userId="194401e9-a5bc-4081-9fad-92b0ce381c09" providerId="ADAL" clId="{8BD499E5-3633-418E-97F1-3F3560D82E71}" dt="2026-05-12T08:12:21.217" v="689" actId="1076"/>
          <ac:picMkLst>
            <pc:docMk/>
            <pc:sldMk cId="1939780962" sldId="270"/>
            <ac:picMk id="94" creationId="{D42AAE60-F90E-5F89-8B57-4633F09391DF}"/>
          </ac:picMkLst>
        </pc:picChg>
        <pc:picChg chg="add del mod">
          <ac:chgData name="Adam Hronec" userId="194401e9-a5bc-4081-9fad-92b0ce381c09" providerId="ADAL" clId="{8BD499E5-3633-418E-97F1-3F3560D82E71}" dt="2026-05-12T08:16:46.053" v="912" actId="1035"/>
          <ac:picMkLst>
            <pc:docMk/>
            <pc:sldMk cId="1939780962" sldId="270"/>
            <ac:picMk id="95" creationId="{3A8CDE93-1B8E-939E-7328-4A73FEEF7D70}"/>
          </ac:picMkLst>
        </pc:picChg>
        <pc:picChg chg="del">
          <ac:chgData name="Adam Hronec" userId="194401e9-a5bc-4081-9fad-92b0ce381c09" providerId="ADAL" clId="{8BD499E5-3633-418E-97F1-3F3560D82E71}" dt="2026-05-12T08:14:32.376" v="757" actId="478"/>
          <ac:picMkLst>
            <pc:docMk/>
            <pc:sldMk cId="1939780962" sldId="270"/>
            <ac:picMk id="96" creationId="{6601D12C-505F-F112-A82E-162EBE25769E}"/>
          </ac:picMkLst>
        </pc:picChg>
        <pc:picChg chg="del">
          <ac:chgData name="Adam Hronec" userId="194401e9-a5bc-4081-9fad-92b0ce381c09" providerId="ADAL" clId="{8BD499E5-3633-418E-97F1-3F3560D82E71}" dt="2026-05-12T08:14:33.467" v="758" actId="478"/>
          <ac:picMkLst>
            <pc:docMk/>
            <pc:sldMk cId="1939780962" sldId="270"/>
            <ac:picMk id="97" creationId="{A30B38B3-BE18-BECE-C452-82511E1FD8F9}"/>
          </ac:picMkLst>
        </pc:picChg>
        <pc:picChg chg="del mod">
          <ac:chgData name="Adam Hronec" userId="194401e9-a5bc-4081-9fad-92b0ce381c09" providerId="ADAL" clId="{8BD499E5-3633-418E-97F1-3F3560D82E71}" dt="2026-05-12T09:49:10.117" v="2074" actId="478"/>
          <ac:picMkLst>
            <pc:docMk/>
            <pc:sldMk cId="1939780962" sldId="270"/>
            <ac:picMk id="104" creationId="{6A306283-9E4A-23BD-13EE-01CA7762E195}"/>
          </ac:picMkLst>
        </pc:picChg>
        <pc:picChg chg="del">
          <ac:chgData name="Adam Hronec" userId="194401e9-a5bc-4081-9fad-92b0ce381c09" providerId="ADAL" clId="{8BD499E5-3633-418E-97F1-3F3560D82E71}" dt="2026-05-12T08:14:34.485" v="759" actId="478"/>
          <ac:picMkLst>
            <pc:docMk/>
            <pc:sldMk cId="1939780962" sldId="270"/>
            <ac:picMk id="105" creationId="{46C5DCF5-D43E-5921-C88B-E7587DAC77FA}"/>
          </ac:picMkLst>
        </pc:picChg>
        <pc:picChg chg="del">
          <ac:chgData name="Adam Hronec" userId="194401e9-a5bc-4081-9fad-92b0ce381c09" providerId="ADAL" clId="{8BD499E5-3633-418E-97F1-3F3560D82E71}" dt="2026-05-12T08:14:35.872" v="761" actId="478"/>
          <ac:picMkLst>
            <pc:docMk/>
            <pc:sldMk cId="1939780962" sldId="270"/>
            <ac:picMk id="106" creationId="{264C2CB4-B745-CC99-7449-9F62140075F4}"/>
          </ac:picMkLst>
        </pc:picChg>
      </pc:sldChg>
      <pc:sldChg chg="addSp delSp modSp add del mod">
        <pc:chgData name="Adam Hronec" userId="194401e9-a5bc-4081-9fad-92b0ce381c09" providerId="ADAL" clId="{8BD499E5-3633-418E-97F1-3F3560D82E71}" dt="2026-05-12T09:09:39.754" v="1723" actId="2696"/>
        <pc:sldMkLst>
          <pc:docMk/>
          <pc:sldMk cId="3147660927" sldId="271"/>
        </pc:sldMkLst>
        <pc:spChg chg="del mod">
          <ac:chgData name="Adam Hronec" userId="194401e9-a5bc-4081-9fad-92b0ce381c09" providerId="ADAL" clId="{8BD499E5-3633-418E-97F1-3F3560D82E71}" dt="2026-05-12T08:29:06.099" v="989" actId="478"/>
          <ac:spMkLst>
            <pc:docMk/>
            <pc:sldMk cId="3147660927" sldId="271"/>
            <ac:spMk id="227" creationId="{A6459A99-1AB6-615F-D82B-96B65F40CA2A}"/>
          </ac:spMkLst>
        </pc:spChg>
        <pc:spChg chg="mod">
          <ac:chgData name="Adam Hronec" userId="194401e9-a5bc-4081-9fad-92b0ce381c09" providerId="ADAL" clId="{8BD499E5-3633-418E-97F1-3F3560D82E71}" dt="2026-05-12T08:45:01.853" v="1586" actId="115"/>
          <ac:spMkLst>
            <pc:docMk/>
            <pc:sldMk cId="3147660927" sldId="271"/>
            <ac:spMk id="228" creationId="{A604E71C-6F92-7919-2DB8-0F6FEEBF5F32}"/>
          </ac:spMkLst>
        </pc:spChg>
        <pc:spChg chg="del mod">
          <ac:chgData name="Adam Hronec" userId="194401e9-a5bc-4081-9fad-92b0ce381c09" providerId="ADAL" clId="{8BD499E5-3633-418E-97F1-3F3560D82E71}" dt="2026-05-12T08:45:10.634" v="1587" actId="478"/>
          <ac:spMkLst>
            <pc:docMk/>
            <pc:sldMk cId="3147660927" sldId="271"/>
            <ac:spMk id="229" creationId="{87B9C078-4DE5-CC63-46E2-B7BE53B13FD4}"/>
          </ac:spMkLst>
        </pc:spChg>
        <pc:spChg chg="mod">
          <ac:chgData name="Adam Hronec" userId="194401e9-a5bc-4081-9fad-92b0ce381c09" providerId="ADAL" clId="{8BD499E5-3633-418E-97F1-3F3560D82E71}" dt="2026-05-12T08:26:23.942" v="968" actId="20577"/>
          <ac:spMkLst>
            <pc:docMk/>
            <pc:sldMk cId="3147660927" sldId="271"/>
            <ac:spMk id="233" creationId="{6925D299-180C-478E-82F3-6CC5E577DB93}"/>
          </ac:spMkLst>
        </pc:spChg>
        <pc:picChg chg="mod">
          <ac:chgData name="Adam Hronec" userId="194401e9-a5bc-4081-9fad-92b0ce381c09" providerId="ADAL" clId="{8BD499E5-3633-418E-97F1-3F3560D82E71}" dt="2026-05-12T08:26:22.187" v="963" actId="1076"/>
          <ac:picMkLst>
            <pc:docMk/>
            <pc:sldMk cId="3147660927" sldId="271"/>
            <ac:picMk id="226" creationId="{267E4152-08E2-97B4-9A2F-159FF4EED30E}"/>
          </ac:picMkLst>
        </pc:picChg>
        <pc:picChg chg="add del">
          <ac:chgData name="Adam Hronec" userId="194401e9-a5bc-4081-9fad-92b0ce381c09" providerId="ADAL" clId="{8BD499E5-3633-418E-97F1-3F3560D82E71}" dt="2026-05-12T08:28:51.525" v="983" actId="478"/>
          <ac:picMkLst>
            <pc:docMk/>
            <pc:sldMk cId="3147660927" sldId="271"/>
            <ac:picMk id="230" creationId="{9368DAC1-A332-30AC-737C-5B33BA38BDDF}"/>
          </ac:picMkLst>
        </pc:picChg>
        <pc:picChg chg="add del">
          <ac:chgData name="Adam Hronec" userId="194401e9-a5bc-4081-9fad-92b0ce381c09" providerId="ADAL" clId="{8BD499E5-3633-418E-97F1-3F3560D82E71}" dt="2026-05-12T08:28:51.672" v="984" actId="478"/>
          <ac:picMkLst>
            <pc:docMk/>
            <pc:sldMk cId="3147660927" sldId="271"/>
            <ac:picMk id="231" creationId="{362E02BD-A9EC-34A2-C80A-21CFD40DD14E}"/>
          </ac:picMkLst>
        </pc:picChg>
        <pc:picChg chg="add del">
          <ac:chgData name="Adam Hronec" userId="194401e9-a5bc-4081-9fad-92b0ce381c09" providerId="ADAL" clId="{8BD499E5-3633-418E-97F1-3F3560D82E71}" dt="2026-05-12T08:28:52.112" v="985" actId="478"/>
          <ac:picMkLst>
            <pc:docMk/>
            <pc:sldMk cId="3147660927" sldId="271"/>
            <ac:picMk id="232" creationId="{E6CA55E6-E8C5-4E5E-98E4-772CAB431630}"/>
          </ac:picMkLst>
        </pc:picChg>
      </pc:sldChg>
      <pc:sldChg chg="addSp delSp modSp add mod setBg">
        <pc:chgData name="Adam Hronec" userId="194401e9-a5bc-4081-9fad-92b0ce381c09" providerId="ADAL" clId="{8BD499E5-3633-418E-97F1-3F3560D82E71}" dt="2026-05-12T09:13:02.807" v="1730" actId="1076"/>
        <pc:sldMkLst>
          <pc:docMk/>
          <pc:sldMk cId="1416045922" sldId="272"/>
        </pc:sldMkLst>
        <pc:spChg chg="del">
          <ac:chgData name="Adam Hronec" userId="194401e9-a5bc-4081-9fad-92b0ce381c09" providerId="ADAL" clId="{8BD499E5-3633-418E-97F1-3F3560D82E71}" dt="2026-05-12T08:45:22.557" v="1589" actId="478"/>
          <ac:spMkLst>
            <pc:docMk/>
            <pc:sldMk cId="1416045922" sldId="272"/>
            <ac:spMk id="228" creationId="{C4F1E2D5-C43F-4ED5-C035-534D545DA377}"/>
          </ac:spMkLst>
        </pc:spChg>
        <pc:spChg chg="mod">
          <ac:chgData name="Adam Hronec" userId="194401e9-a5bc-4081-9fad-92b0ce381c09" providerId="ADAL" clId="{8BD499E5-3633-418E-97F1-3F3560D82E71}" dt="2026-05-12T09:12:46.391" v="1726" actId="26606"/>
          <ac:spMkLst>
            <pc:docMk/>
            <pc:sldMk cId="1416045922" sldId="272"/>
            <ac:spMk id="233" creationId="{6A5831D4-DC25-D1D2-A045-4B7A72850F00}"/>
          </ac:spMkLst>
        </pc:spChg>
        <pc:spChg chg="add del">
          <ac:chgData name="Adam Hronec" userId="194401e9-a5bc-4081-9fad-92b0ce381c09" providerId="ADAL" clId="{8BD499E5-3633-418E-97F1-3F3560D82E71}" dt="2026-05-12T09:12:46.391" v="1726" actId="26606"/>
          <ac:spMkLst>
            <pc:docMk/>
            <pc:sldMk cId="1416045922" sldId="272"/>
            <ac:spMk id="239" creationId="{27BDFED6-6E33-4606-AFE2-886ADB1C018E}"/>
          </ac:spMkLst>
        </pc:spChg>
        <pc:spChg chg="add del">
          <ac:chgData name="Adam Hronec" userId="194401e9-a5bc-4081-9fad-92b0ce381c09" providerId="ADAL" clId="{8BD499E5-3633-418E-97F1-3F3560D82E71}" dt="2026-05-12T09:12:46.391" v="1726" actId="26606"/>
          <ac:spMkLst>
            <pc:docMk/>
            <pc:sldMk cId="1416045922" sldId="272"/>
            <ac:spMk id="241" creationId="{890DEF05-784E-4B61-89E4-04C4ECF4E5A0}"/>
          </ac:spMkLst>
        </pc:spChg>
        <pc:picChg chg="add del mod ord">
          <ac:chgData name="Adam Hronec" userId="194401e9-a5bc-4081-9fad-92b0ce381c09" providerId="ADAL" clId="{8BD499E5-3633-418E-97F1-3F3560D82E71}" dt="2026-05-12T09:12:47.012" v="1727" actId="22"/>
          <ac:picMkLst>
            <pc:docMk/>
            <pc:sldMk cId="1416045922" sldId="272"/>
            <ac:picMk id="3" creationId="{71BDF2D4-061F-C641-7142-CD7D68CDC5F3}"/>
          </ac:picMkLst>
        </pc:picChg>
        <pc:picChg chg="add mod">
          <ac:chgData name="Adam Hronec" userId="194401e9-a5bc-4081-9fad-92b0ce381c09" providerId="ADAL" clId="{8BD499E5-3633-418E-97F1-3F3560D82E71}" dt="2026-05-12T09:13:02.807" v="1730" actId="1076"/>
          <ac:picMkLst>
            <pc:docMk/>
            <pc:sldMk cId="1416045922" sldId="272"/>
            <ac:picMk id="5" creationId="{4E37E44D-FCA9-9654-2B3E-532ED043FB2A}"/>
          </ac:picMkLst>
        </pc:picChg>
        <pc:picChg chg="mod">
          <ac:chgData name="Adam Hronec" userId="194401e9-a5bc-4081-9fad-92b0ce381c09" providerId="ADAL" clId="{8BD499E5-3633-418E-97F1-3F3560D82E71}" dt="2026-05-12T09:12:46.391" v="1726" actId="26606"/>
          <ac:picMkLst>
            <pc:docMk/>
            <pc:sldMk cId="1416045922" sldId="272"/>
            <ac:picMk id="226" creationId="{BC6F7862-0049-6CEB-46D3-1685E744899F}"/>
          </ac:picMkLst>
        </pc:picChg>
        <pc:cxnChg chg="add del">
          <ac:chgData name="Adam Hronec" userId="194401e9-a5bc-4081-9fad-92b0ce381c09" providerId="ADAL" clId="{8BD499E5-3633-418E-97F1-3F3560D82E71}" dt="2026-05-12T09:12:46.391" v="1726" actId="26606"/>
          <ac:cxnSpMkLst>
            <pc:docMk/>
            <pc:sldMk cId="1416045922" sldId="272"/>
            <ac:cxnSpMk id="243" creationId="{C41BAEC7-F7B0-4224-8B18-8F74B7D87F0B}"/>
          </ac:cxnSpMkLst>
        </pc:cxnChg>
      </pc:sldChg>
      <pc:sldChg chg="addSp delSp modSp mod">
        <pc:chgData name="Adam Hronec" userId="194401e9-a5bc-4081-9fad-92b0ce381c09" providerId="ADAL" clId="{8BD499E5-3633-418E-97F1-3F3560D82E71}" dt="2026-05-12T10:31:16.292" v="2606" actId="20577"/>
        <pc:sldMkLst>
          <pc:docMk/>
          <pc:sldMk cId="1302562005" sldId="273"/>
        </pc:sldMkLst>
        <pc:spChg chg="del mod">
          <ac:chgData name="Adam Hronec" userId="194401e9-a5bc-4081-9fad-92b0ce381c09" providerId="ADAL" clId="{8BD499E5-3633-418E-97F1-3F3560D82E71}" dt="2026-05-12T10:29:31.080" v="2565" actId="478"/>
          <ac:spMkLst>
            <pc:docMk/>
            <pc:sldMk cId="1302562005" sldId="273"/>
            <ac:spMk id="187" creationId="{7FF3F262-46B6-D205-0358-C1888380037A}"/>
          </ac:spMkLst>
        </pc:spChg>
        <pc:spChg chg="mod">
          <ac:chgData name="Adam Hronec" userId="194401e9-a5bc-4081-9fad-92b0ce381c09" providerId="ADAL" clId="{8BD499E5-3633-418E-97F1-3F3560D82E71}" dt="2026-05-12T10:29:23.622" v="2563" actId="20577"/>
          <ac:spMkLst>
            <pc:docMk/>
            <pc:sldMk cId="1302562005" sldId="273"/>
            <ac:spMk id="194" creationId="{A1040224-3474-8453-D50B-8C231C55D40A}"/>
          </ac:spMkLst>
        </pc:spChg>
        <pc:graphicFrameChg chg="add mod">
          <ac:chgData name="Adam Hronec" userId="194401e9-a5bc-4081-9fad-92b0ce381c09" providerId="ADAL" clId="{8BD499E5-3633-418E-97F1-3F3560D82E71}" dt="2026-05-12T10:19:54.845" v="2493" actId="1076"/>
          <ac:graphicFrameMkLst>
            <pc:docMk/>
            <pc:sldMk cId="1302562005" sldId="273"/>
            <ac:graphicFrameMk id="3" creationId="{74C9F7C6-818B-5C32-5D44-67027A004EED}"/>
          </ac:graphicFrameMkLst>
        </pc:graphicFrameChg>
        <pc:graphicFrameChg chg="add mod modGraphic">
          <ac:chgData name="Adam Hronec" userId="194401e9-a5bc-4081-9fad-92b0ce381c09" providerId="ADAL" clId="{8BD499E5-3633-418E-97F1-3F3560D82E71}" dt="2026-05-12T10:31:16.292" v="2606" actId="20577"/>
          <ac:graphicFrameMkLst>
            <pc:docMk/>
            <pc:sldMk cId="1302562005" sldId="273"/>
            <ac:graphicFrameMk id="4" creationId="{DBDAD8A1-444B-88B1-6738-E458E083E825}"/>
          </ac:graphicFrameMkLst>
        </pc:graphicFrameChg>
      </pc:sldChg>
      <pc:sldChg chg="addSp modSp add del mod">
        <pc:chgData name="Adam Hronec" userId="194401e9-a5bc-4081-9fad-92b0ce381c09" providerId="ADAL" clId="{8BD499E5-3633-418E-97F1-3F3560D82E71}" dt="2026-05-12T09:35:34.336" v="2046" actId="47"/>
        <pc:sldMkLst>
          <pc:docMk/>
          <pc:sldMk cId="3930861655" sldId="273"/>
        </pc:sldMkLst>
        <pc:spChg chg="add mod">
          <ac:chgData name="Adam Hronec" userId="194401e9-a5bc-4081-9fad-92b0ce381c09" providerId="ADAL" clId="{8BD499E5-3633-418E-97F1-3F3560D82E71}" dt="2026-05-12T08:56:48.496" v="1715" actId="14100"/>
          <ac:spMkLst>
            <pc:docMk/>
            <pc:sldMk cId="3930861655" sldId="273"/>
            <ac:spMk id="2" creationId="{FD44FEB1-25EE-AF0B-D6B9-B17D6AD26DD3}"/>
          </ac:spMkLst>
        </pc:spChg>
        <pc:spChg chg="add mod">
          <ac:chgData name="Adam Hronec" userId="194401e9-a5bc-4081-9fad-92b0ce381c09" providerId="ADAL" clId="{8BD499E5-3633-418E-97F1-3F3560D82E71}" dt="2026-05-12T08:51:30.698" v="1635" actId="113"/>
          <ac:spMkLst>
            <pc:docMk/>
            <pc:sldMk cId="3930861655" sldId="273"/>
            <ac:spMk id="3" creationId="{943EE9B0-C1C2-5670-14F3-912FCCCF0E64}"/>
          </ac:spMkLst>
        </pc:spChg>
        <pc:spChg chg="add mod">
          <ac:chgData name="Adam Hronec" userId="194401e9-a5bc-4081-9fad-92b0ce381c09" providerId="ADAL" clId="{8BD499E5-3633-418E-97F1-3F3560D82E71}" dt="2026-05-12T08:55:10.996" v="1682" actId="14100"/>
          <ac:spMkLst>
            <pc:docMk/>
            <pc:sldMk cId="3930861655" sldId="273"/>
            <ac:spMk id="4" creationId="{7843DEB4-612C-543D-ECF9-D890121F5123}"/>
          </ac:spMkLst>
        </pc:spChg>
        <pc:spChg chg="add mod">
          <ac:chgData name="Adam Hronec" userId="194401e9-a5bc-4081-9fad-92b0ce381c09" providerId="ADAL" clId="{8BD499E5-3633-418E-97F1-3F3560D82E71}" dt="2026-05-12T08:56:50.585" v="1716" actId="14100"/>
          <ac:spMkLst>
            <pc:docMk/>
            <pc:sldMk cId="3930861655" sldId="273"/>
            <ac:spMk id="5" creationId="{582401F7-B77A-43BE-8625-690B3515BE62}"/>
          </ac:spMkLst>
        </pc:spChg>
        <pc:spChg chg="add mod">
          <ac:chgData name="Adam Hronec" userId="194401e9-a5bc-4081-9fad-92b0ce381c09" providerId="ADAL" clId="{8BD499E5-3633-418E-97F1-3F3560D82E71}" dt="2026-05-12T08:52:30" v="1640" actId="403"/>
          <ac:spMkLst>
            <pc:docMk/>
            <pc:sldMk cId="3930861655" sldId="273"/>
            <ac:spMk id="6" creationId="{B97813DF-4337-19EB-09F3-E77091BF3E86}"/>
          </ac:spMkLst>
        </pc:spChg>
        <pc:spChg chg="add mod">
          <ac:chgData name="Adam Hronec" userId="194401e9-a5bc-4081-9fad-92b0ce381c09" providerId="ADAL" clId="{8BD499E5-3633-418E-97F1-3F3560D82E71}" dt="2026-05-12T08:55:51.042" v="1711" actId="255"/>
          <ac:spMkLst>
            <pc:docMk/>
            <pc:sldMk cId="3930861655" sldId="273"/>
            <ac:spMk id="7" creationId="{B70D12B0-A874-50A6-8F2F-00B23BB0AE27}"/>
          </ac:spMkLst>
        </pc:spChg>
        <pc:spChg chg="add mod">
          <ac:chgData name="Adam Hronec" userId="194401e9-a5bc-4081-9fad-92b0ce381c09" providerId="ADAL" clId="{8BD499E5-3633-418E-97F1-3F3560D82E71}" dt="2026-05-12T08:56:42.459" v="1714" actId="14100"/>
          <ac:spMkLst>
            <pc:docMk/>
            <pc:sldMk cId="3930861655" sldId="273"/>
            <ac:spMk id="8" creationId="{835DC010-20C7-75AE-1DFA-3BEA9B9256A5}"/>
          </ac:spMkLst>
        </pc:spChg>
        <pc:spChg chg="add mod">
          <ac:chgData name="Adam Hronec" userId="194401e9-a5bc-4081-9fad-92b0ce381c09" providerId="ADAL" clId="{8BD499E5-3633-418E-97F1-3F3560D82E71}" dt="2026-05-12T08:55:33.012" v="1706" actId="14100"/>
          <ac:spMkLst>
            <pc:docMk/>
            <pc:sldMk cId="3930861655" sldId="273"/>
            <ac:spMk id="9" creationId="{04F7985F-4F45-402B-A77D-F7676EC1D1A8}"/>
          </ac:spMkLst>
        </pc:spChg>
        <pc:spChg chg="add mod">
          <ac:chgData name="Adam Hronec" userId="194401e9-a5bc-4081-9fad-92b0ce381c09" providerId="ADAL" clId="{8BD499E5-3633-418E-97F1-3F3560D82E71}" dt="2026-05-12T08:55:44.869" v="1709" actId="2711"/>
          <ac:spMkLst>
            <pc:docMk/>
            <pc:sldMk cId="3930861655" sldId="273"/>
            <ac:spMk id="10" creationId="{8E77C519-4619-3100-8D1A-0264111F8947}"/>
          </ac:spMkLst>
        </pc:spChg>
        <pc:spChg chg="mod">
          <ac:chgData name="Adam Hronec" userId="194401e9-a5bc-4081-9fad-92b0ce381c09" providerId="ADAL" clId="{8BD499E5-3633-418E-97F1-3F3560D82E71}" dt="2026-05-12T08:49:36.585" v="1615" actId="20577"/>
          <ac:spMkLst>
            <pc:docMk/>
            <pc:sldMk cId="3930861655" sldId="273"/>
            <ac:spMk id="233" creationId="{10BA90D7-B38D-9345-4B3F-8A38CEDAD0F8}"/>
          </ac:spMkLst>
        </pc:spChg>
      </pc:sldChg>
    </pc:docChg>
  </pc:docChgLst>
  <pc:docChgLst>
    <pc:chgData name="Bohdan Shevchenko" userId="S::bohdan.shevchenko@student.um.si::6c1dd2aa-e680-4d2d-a383-355b189a2db9" providerId="AD" clId="Web-{D9F2855B-976E-9D3B-492E-3EBE5F1BA07B}"/>
    <pc:docChg chg="delSld">
      <pc:chgData name="Bohdan Shevchenko" userId="S::bohdan.shevchenko@student.um.si::6c1dd2aa-e680-4d2d-a383-355b189a2db9" providerId="AD" clId="Web-{D9F2855B-976E-9D3B-492E-3EBE5F1BA07B}" dt="2026-05-11T22:09:53.110" v="0"/>
      <pc:docMkLst>
        <pc:docMk/>
      </pc:docMkLst>
      <pc:sldChg chg="del">
        <pc:chgData name="Bohdan Shevchenko" userId="S::bohdan.shevchenko@student.um.si::6c1dd2aa-e680-4d2d-a383-355b189a2db9" providerId="AD" clId="Web-{D9F2855B-976E-9D3B-492E-3EBE5F1BA07B}" dt="2026-05-11T22:09:53.110" v="0"/>
        <pc:sldMkLst>
          <pc:docMk/>
          <pc:sldMk cId="0" sldId="268"/>
        </pc:sldMkLst>
      </pc:sldChg>
    </pc:docChg>
  </pc:docChgLst>
  <pc:docChgLst>
    <pc:chgData name="Bohdan Shevchenko" userId="S::bohdan.shevchenko@student.um.si::6c1dd2aa-e680-4d2d-a383-355b189a2db9" providerId="AD" clId="Web-{9472C794-4FB2-10DB-7CC7-11994FCB6C02}"/>
    <pc:docChg chg="addSld delSld modSld sldOrd">
      <pc:chgData name="Bohdan Shevchenko" userId="S::bohdan.shevchenko@student.um.si::6c1dd2aa-e680-4d2d-a383-355b189a2db9" providerId="AD" clId="Web-{9472C794-4FB2-10DB-7CC7-11994FCB6C02}" dt="2026-05-12T10:46:04.743" v="49"/>
      <pc:docMkLst>
        <pc:docMk/>
      </pc:docMkLst>
      <pc:sldChg chg="ord">
        <pc:chgData name="Bohdan Shevchenko" userId="S::bohdan.shevchenko@student.um.si::6c1dd2aa-e680-4d2d-a383-355b189a2db9" providerId="AD" clId="Web-{9472C794-4FB2-10DB-7CC7-11994FCB6C02}" dt="2026-05-12T10:22:40.321" v="41"/>
        <pc:sldMkLst>
          <pc:docMk/>
          <pc:sldMk cId="0" sldId="265"/>
        </pc:sldMkLst>
      </pc:sldChg>
      <pc:sldChg chg="modSp del">
        <pc:chgData name="Bohdan Shevchenko" userId="S::bohdan.shevchenko@student.um.si::6c1dd2aa-e680-4d2d-a383-355b189a2db9" providerId="AD" clId="Web-{9472C794-4FB2-10DB-7CC7-11994FCB6C02}" dt="2026-05-12T10:46:04.743" v="49"/>
        <pc:sldMkLst>
          <pc:docMk/>
          <pc:sldMk cId="2879609632" sldId="268"/>
        </pc:sldMkLst>
        <pc:spChg chg="mod">
          <ac:chgData name="Bohdan Shevchenko" userId="S::bohdan.shevchenko@student.um.si::6c1dd2aa-e680-4d2d-a383-355b189a2db9" providerId="AD" clId="Web-{9472C794-4FB2-10DB-7CC7-11994FCB6C02}" dt="2026-05-12T10:34:03.493" v="42" actId="1076"/>
          <ac:spMkLst>
            <pc:docMk/>
            <pc:sldMk cId="2879609632" sldId="268"/>
            <ac:spMk id="85" creationId="{4F4798FD-1B4A-ACF5-3C22-E2D4E0DC061D}"/>
          </ac:spMkLst>
        </pc:spChg>
        <pc:spChg chg="mod">
          <ac:chgData name="Bohdan Shevchenko" userId="S::bohdan.shevchenko@student.um.si::6c1dd2aa-e680-4d2d-a383-355b189a2db9" providerId="AD" clId="Web-{9472C794-4FB2-10DB-7CC7-11994FCB6C02}" dt="2026-05-12T10:34:33.557" v="47" actId="1076"/>
          <ac:spMkLst>
            <pc:docMk/>
            <pc:sldMk cId="2879609632" sldId="268"/>
            <ac:spMk id="88" creationId="{F4E210D7-0B06-0BA4-951B-C61953552A49}"/>
          </ac:spMkLst>
        </pc:spChg>
        <pc:picChg chg="mod">
          <ac:chgData name="Bohdan Shevchenko" userId="S::bohdan.shevchenko@student.um.si::6c1dd2aa-e680-4d2d-a383-355b189a2db9" providerId="AD" clId="Web-{9472C794-4FB2-10DB-7CC7-11994FCB6C02}" dt="2026-05-12T10:34:37.932" v="48" actId="1076"/>
          <ac:picMkLst>
            <pc:docMk/>
            <pc:sldMk cId="2879609632" sldId="268"/>
            <ac:picMk id="3" creationId="{740E0548-EAD4-0082-0310-0F34A12C7EB0}"/>
          </ac:picMkLst>
        </pc:picChg>
        <pc:picChg chg="mod">
          <ac:chgData name="Bohdan Shevchenko" userId="S::bohdan.shevchenko@student.um.si::6c1dd2aa-e680-4d2d-a383-355b189a2db9" providerId="AD" clId="Web-{9472C794-4FB2-10DB-7CC7-11994FCB6C02}" dt="2026-05-12T10:34:22.822" v="46" actId="1076"/>
          <ac:picMkLst>
            <pc:docMk/>
            <pc:sldMk cId="2879609632" sldId="268"/>
            <ac:picMk id="84" creationId="{17F1C884-2AAE-C127-C03D-135E8F4CA5EC}"/>
          </ac:picMkLst>
        </pc:picChg>
      </pc:sldChg>
      <pc:sldChg chg="delSp modSp add replId">
        <pc:chgData name="Bohdan Shevchenko" userId="S::bohdan.shevchenko@student.um.si::6c1dd2aa-e680-4d2d-a383-355b189a2db9" providerId="AD" clId="Web-{9472C794-4FB2-10DB-7CC7-11994FCB6C02}" dt="2026-05-12T10:22:32.774" v="40"/>
        <pc:sldMkLst>
          <pc:docMk/>
          <pc:sldMk cId="1302562005" sldId="273"/>
        </pc:sldMkLst>
        <pc:spChg chg="mod">
          <ac:chgData name="Bohdan Shevchenko" userId="S::bohdan.shevchenko@student.um.si::6c1dd2aa-e680-4d2d-a383-355b189a2db9" providerId="AD" clId="Web-{9472C794-4FB2-10DB-7CC7-11994FCB6C02}" dt="2026-05-12T10:16:41.978" v="4" actId="20577"/>
          <ac:spMkLst>
            <pc:docMk/>
            <pc:sldMk cId="1302562005" sldId="273"/>
            <ac:spMk id="187" creationId="{7FF3F262-46B6-D205-0358-C1888380037A}"/>
          </ac:spMkLst>
        </pc:spChg>
        <pc:graphicFrameChg chg="mod modGraphic">
          <ac:chgData name="Bohdan Shevchenko" userId="S::bohdan.shevchenko@student.um.si::6c1dd2aa-e680-4d2d-a383-355b189a2db9" providerId="AD" clId="Web-{9472C794-4FB2-10DB-7CC7-11994FCB6C02}" dt="2026-05-12T10:22:32.774" v="40"/>
          <ac:graphicFrameMkLst>
            <pc:docMk/>
            <pc:sldMk cId="1302562005" sldId="273"/>
            <ac:graphicFrameMk id="4" creationId="{DBDAD8A1-444B-88B1-6738-E458E083E825}"/>
          </ac:graphicFrameMkLst>
        </pc:graphicFrameChg>
        <pc:graphicFrameChg chg="del">
          <ac:chgData name="Bohdan Shevchenko" userId="S::bohdan.shevchenko@student.um.si::6c1dd2aa-e680-4d2d-a383-355b189a2db9" providerId="AD" clId="Web-{9472C794-4FB2-10DB-7CC7-11994FCB6C02}" dt="2026-05-12T10:16:47.447" v="14"/>
          <ac:graphicFrameMkLst>
            <pc:docMk/>
            <pc:sldMk cId="1302562005" sldId="273"/>
            <ac:graphicFrameMk id="9" creationId="{540B6B61-B4EF-FCFB-8E8F-E92CF48EE073}"/>
          </ac:graphicFrameMkLst>
        </pc:graphicFrameChg>
        <pc:graphicFrameChg chg="del mod modGraphic">
          <ac:chgData name="Bohdan Shevchenko" userId="S::bohdan.shevchenko@student.um.si::6c1dd2aa-e680-4d2d-a383-355b189a2db9" providerId="AD" clId="Web-{9472C794-4FB2-10DB-7CC7-11994FCB6C02}" dt="2026-05-12T10:16:45.821" v="13"/>
          <ac:graphicFrameMkLst>
            <pc:docMk/>
            <pc:sldMk cId="1302562005" sldId="273"/>
            <ac:graphicFrameMk id="11" creationId="{1B56A9AA-1918-4DD4-DCF0-887B18F0612A}"/>
          </ac:graphicFrameMkLst>
        </pc:graphicFrameChg>
      </pc:sldChg>
      <pc:sldChg chg="new del">
        <pc:chgData name="Bohdan Shevchenko" userId="S::bohdan.shevchenko@student.um.si::6c1dd2aa-e680-4d2d-a383-355b189a2db9" providerId="AD" clId="Web-{9472C794-4FB2-10DB-7CC7-11994FCB6C02}" dt="2026-05-12T10:16:28.227" v="1"/>
        <pc:sldMkLst>
          <pc:docMk/>
          <pc:sldMk cId="2511968590" sldId="273"/>
        </pc:sldMkLst>
      </pc:sldChg>
    </pc:docChg>
  </pc:docChgLst>
  <pc:docChgLst>
    <pc:chgData clId="Web-{1C8D1C6F-D635-C053-B695-616F78A94416}"/>
    <pc:docChg chg="modSld">
      <pc:chgData name="" userId="" providerId="" clId="Web-{1C8D1C6F-D635-C053-B695-616F78A94416}" dt="2026-05-11T22:36:36.188" v="1" actId="20577"/>
      <pc:docMkLst>
        <pc:docMk/>
      </pc:docMkLst>
      <pc:sldChg chg="modSp">
        <pc:chgData name="" userId="" providerId="" clId="Web-{1C8D1C6F-D635-C053-B695-616F78A94416}" dt="2026-05-11T22:36:36.188" v="1" actId="20577"/>
        <pc:sldMkLst>
          <pc:docMk/>
          <pc:sldMk cId="0" sldId="256"/>
        </pc:sldMkLst>
        <pc:spChg chg="mod">
          <ac:chgData name="" userId="" providerId="" clId="Web-{1C8D1C6F-D635-C053-B695-616F78A94416}" dt="2026-05-11T22:36:36.188" v="1" actId="20577"/>
          <ac:spMkLst>
            <pc:docMk/>
            <pc:sldMk cId="0" sldId="256"/>
            <ac:spMk id="85" creationId="{00000000-0000-0000-0000-000000000000}"/>
          </ac:spMkLst>
        </pc:spChg>
      </pc:sldChg>
    </pc:docChg>
  </pc:docChgLst>
  <pc:docChgLst>
    <pc:chgData name="Bohdan Shevchenko" userId="S::bohdan.shevchenko@student.um.si::6c1dd2aa-e680-4d2d-a383-355b189a2db9" providerId="AD" clId="Web-{7EE520CC-DCB1-2009-B07F-FD8215CA5053}"/>
    <pc:docChg chg="addSld delSld modSld">
      <pc:chgData name="Bohdan Shevchenko" userId="S::bohdan.shevchenko@student.um.si::6c1dd2aa-e680-4d2d-a383-355b189a2db9" providerId="AD" clId="Web-{7EE520CC-DCB1-2009-B07F-FD8215CA5053}" dt="2026-05-12T10:13:12.500" v="681" actId="1076"/>
      <pc:docMkLst>
        <pc:docMk/>
      </pc:docMkLst>
      <pc:sldChg chg="modSp">
        <pc:chgData name="Bohdan Shevchenko" userId="S::bohdan.shevchenko@student.um.si::6c1dd2aa-e680-4d2d-a383-355b189a2db9" providerId="AD" clId="Web-{7EE520CC-DCB1-2009-B07F-FD8215CA5053}" dt="2026-05-12T09:46:30.596" v="599" actId="20577"/>
        <pc:sldMkLst>
          <pc:docMk/>
          <pc:sldMk cId="0" sldId="257"/>
        </pc:sldMkLst>
        <pc:spChg chg="mod">
          <ac:chgData name="Bohdan Shevchenko" userId="S::bohdan.shevchenko@student.um.si::6c1dd2aa-e680-4d2d-a383-355b189a2db9" providerId="AD" clId="Web-{7EE520CC-DCB1-2009-B07F-FD8215CA5053}" dt="2026-05-12T09:46:30.596" v="599" actId="20577"/>
          <ac:spMkLst>
            <pc:docMk/>
            <pc:sldMk cId="0" sldId="257"/>
            <ac:spMk id="99" creationId="{00000000-0000-0000-0000-000000000000}"/>
          </ac:spMkLst>
        </pc:spChg>
      </pc:sldChg>
      <pc:sldChg chg="addSp delSp modSp">
        <pc:chgData name="Bohdan Shevchenko" userId="S::bohdan.shevchenko@student.um.si::6c1dd2aa-e680-4d2d-a383-355b189a2db9" providerId="AD" clId="Web-{7EE520CC-DCB1-2009-B07F-FD8215CA5053}" dt="2026-05-12T09:46:47.144" v="604" actId="20577"/>
        <pc:sldMkLst>
          <pc:docMk/>
          <pc:sldMk cId="0" sldId="259"/>
        </pc:sldMkLst>
        <pc:spChg chg="add mod">
          <ac:chgData name="Bohdan Shevchenko" userId="S::bohdan.shevchenko@student.um.si::6c1dd2aa-e680-4d2d-a383-355b189a2db9" providerId="AD" clId="Web-{7EE520CC-DCB1-2009-B07F-FD8215CA5053}" dt="2026-05-12T09:38:24.246" v="588" actId="1076"/>
          <ac:spMkLst>
            <pc:docMk/>
            <pc:sldMk cId="0" sldId="259"/>
            <ac:spMk id="2" creationId="{7D700B9B-E2E4-BEE3-C7E4-47D1E3D9E5DC}"/>
          </ac:spMkLst>
        </pc:spChg>
        <pc:spChg chg="add mod">
          <ac:chgData name="Bohdan Shevchenko" userId="S::bohdan.shevchenko@student.um.si::6c1dd2aa-e680-4d2d-a383-355b189a2db9" providerId="AD" clId="Web-{7EE520CC-DCB1-2009-B07F-FD8215CA5053}" dt="2026-05-12T09:38:14.433" v="587" actId="1076"/>
          <ac:spMkLst>
            <pc:docMk/>
            <pc:sldMk cId="0" sldId="259"/>
            <ac:spMk id="3" creationId="{DEAC426A-2438-56E4-ACEF-29DD475B9EFB}"/>
          </ac:spMkLst>
        </pc:spChg>
        <pc:spChg chg="add del">
          <ac:chgData name="Bohdan Shevchenko" userId="S::bohdan.shevchenko@student.um.si::6c1dd2aa-e680-4d2d-a383-355b189a2db9" providerId="AD" clId="Web-{7EE520CC-DCB1-2009-B07F-FD8215CA5053}" dt="2026-05-12T09:45:00.604" v="593"/>
          <ac:spMkLst>
            <pc:docMk/>
            <pc:sldMk cId="0" sldId="259"/>
            <ac:spMk id="4" creationId="{FFD719C0-2769-2769-3009-11C41F9F3C20}"/>
          </ac:spMkLst>
        </pc:spChg>
        <pc:spChg chg="add mod">
          <ac:chgData name="Bohdan Shevchenko" userId="S::bohdan.shevchenko@student.um.si::6c1dd2aa-e680-4d2d-a383-355b189a2db9" providerId="AD" clId="Web-{7EE520CC-DCB1-2009-B07F-FD8215CA5053}" dt="2026-05-12T09:46:47.144" v="604" actId="20577"/>
          <ac:spMkLst>
            <pc:docMk/>
            <pc:sldMk cId="0" sldId="259"/>
            <ac:spMk id="5" creationId="{C7B57EBE-03AA-786E-DD97-5AFBA67F93FF}"/>
          </ac:spMkLst>
        </pc:spChg>
        <pc:spChg chg="del">
          <ac:chgData name="Bohdan Shevchenko" userId="S::bohdan.shevchenko@student.um.si::6c1dd2aa-e680-4d2d-a383-355b189a2db9" providerId="AD" clId="Web-{7EE520CC-DCB1-2009-B07F-FD8215CA5053}" dt="2026-05-12T09:33:21.051" v="462"/>
          <ac:spMkLst>
            <pc:docMk/>
            <pc:sldMk cId="0" sldId="259"/>
            <ac:spMk id="125" creationId="{00000000-0000-0000-0000-000000000000}"/>
          </ac:spMkLst>
        </pc:spChg>
        <pc:spChg chg="del">
          <ac:chgData name="Bohdan Shevchenko" userId="S::bohdan.shevchenko@student.um.si::6c1dd2aa-e680-4d2d-a383-355b189a2db9" providerId="AD" clId="Web-{7EE520CC-DCB1-2009-B07F-FD8215CA5053}" dt="2026-05-12T09:33:21.051" v="461"/>
          <ac:spMkLst>
            <pc:docMk/>
            <pc:sldMk cId="0" sldId="259"/>
            <ac:spMk id="126" creationId="{00000000-0000-0000-0000-000000000000}"/>
          </ac:spMkLst>
        </pc:spChg>
        <pc:spChg chg="del mod">
          <ac:chgData name="Bohdan Shevchenko" userId="S::bohdan.shevchenko@student.um.si::6c1dd2aa-e680-4d2d-a383-355b189a2db9" providerId="AD" clId="Web-{7EE520CC-DCB1-2009-B07F-FD8215CA5053}" dt="2026-05-12T09:33:21.051" v="460"/>
          <ac:spMkLst>
            <pc:docMk/>
            <pc:sldMk cId="0" sldId="259"/>
            <ac:spMk id="127" creationId="{00000000-0000-0000-0000-000000000000}"/>
          </ac:spMkLst>
        </pc:spChg>
        <pc:spChg chg="mod">
          <ac:chgData name="Bohdan Shevchenko" userId="S::bohdan.shevchenko@student.um.si::6c1dd2aa-e680-4d2d-a383-355b189a2db9" providerId="AD" clId="Web-{7EE520CC-DCB1-2009-B07F-FD8215CA5053}" dt="2026-05-12T09:33:39.693" v="467" actId="1076"/>
          <ac:spMkLst>
            <pc:docMk/>
            <pc:sldMk cId="0" sldId="259"/>
            <ac:spMk id="128" creationId="{00000000-0000-0000-0000-000000000000}"/>
          </ac:spMkLst>
        </pc:spChg>
        <pc:spChg chg="mod">
          <ac:chgData name="Bohdan Shevchenko" userId="S::bohdan.shevchenko@student.um.si::6c1dd2aa-e680-4d2d-a383-355b189a2db9" providerId="AD" clId="Web-{7EE520CC-DCB1-2009-B07F-FD8215CA5053}" dt="2026-05-12T09:37:16.085" v="554" actId="20577"/>
          <ac:spMkLst>
            <pc:docMk/>
            <pc:sldMk cId="0" sldId="259"/>
            <ac:spMk id="129" creationId="{00000000-0000-0000-0000-000000000000}"/>
          </ac:spMkLst>
        </pc:spChg>
        <pc:spChg chg="mod">
          <ac:chgData name="Bohdan Shevchenko" userId="S::bohdan.shevchenko@student.um.si::6c1dd2aa-e680-4d2d-a383-355b189a2db9" providerId="AD" clId="Web-{7EE520CC-DCB1-2009-B07F-FD8215CA5053}" dt="2026-05-12T09:38:37.013" v="589" actId="1076"/>
          <ac:spMkLst>
            <pc:docMk/>
            <pc:sldMk cId="0" sldId="259"/>
            <ac:spMk id="130" creationId="{00000000-0000-0000-0000-000000000000}"/>
          </ac:spMkLst>
        </pc:spChg>
        <pc:spChg chg="mod">
          <ac:chgData name="Bohdan Shevchenko" userId="S::bohdan.shevchenko@student.um.si::6c1dd2aa-e680-4d2d-a383-355b189a2db9" providerId="AD" clId="Web-{7EE520CC-DCB1-2009-B07F-FD8215CA5053}" dt="2026-05-12T09:38:02.557" v="586" actId="1076"/>
          <ac:spMkLst>
            <pc:docMk/>
            <pc:sldMk cId="0" sldId="259"/>
            <ac:spMk id="131" creationId="{00000000-0000-0000-0000-000000000000}"/>
          </ac:spMkLst>
        </pc:spChg>
        <pc:spChg chg="mod">
          <ac:chgData name="Bohdan Shevchenko" userId="S::bohdan.shevchenko@student.um.si::6c1dd2aa-e680-4d2d-a383-355b189a2db9" providerId="AD" clId="Web-{7EE520CC-DCB1-2009-B07F-FD8215CA5053}" dt="2026-05-12T09:33:12.379" v="456" actId="20577"/>
          <ac:spMkLst>
            <pc:docMk/>
            <pc:sldMk cId="0" sldId="259"/>
            <ac:spMk id="132" creationId="{00000000-0000-0000-0000-000000000000}"/>
          </ac:spMkLst>
        </pc:spChg>
        <pc:picChg chg="del mod">
          <ac:chgData name="Bohdan Shevchenko" userId="S::bohdan.shevchenko@student.um.si::6c1dd2aa-e680-4d2d-a383-355b189a2db9" providerId="AD" clId="Web-{7EE520CC-DCB1-2009-B07F-FD8215CA5053}" dt="2026-05-12T09:33:17.614" v="459"/>
          <ac:picMkLst>
            <pc:docMk/>
            <pc:sldMk cId="0" sldId="259"/>
            <ac:picMk id="124" creationId="{00000000-0000-0000-0000-000000000000}"/>
          </ac:picMkLst>
        </pc:picChg>
      </pc:sldChg>
      <pc:sldChg chg="addSp delSp modSp">
        <pc:chgData name="Bohdan Shevchenko" userId="S::bohdan.shevchenko@student.um.si::6c1dd2aa-e680-4d2d-a383-355b189a2db9" providerId="AD" clId="Web-{7EE520CC-DCB1-2009-B07F-FD8215CA5053}" dt="2026-05-12T09:59:55.126" v="669" actId="1076"/>
        <pc:sldMkLst>
          <pc:docMk/>
          <pc:sldMk cId="0" sldId="260"/>
        </pc:sldMkLst>
        <pc:spChg chg="mod">
          <ac:chgData name="Bohdan Shevchenko" userId="S::bohdan.shevchenko@student.um.si::6c1dd2aa-e680-4d2d-a383-355b189a2db9" providerId="AD" clId="Web-{7EE520CC-DCB1-2009-B07F-FD8215CA5053}" dt="2026-05-12T09:59:55.126" v="669" actId="1076"/>
          <ac:spMkLst>
            <pc:docMk/>
            <pc:sldMk cId="0" sldId="260"/>
            <ac:spMk id="139" creationId="{00000000-0000-0000-0000-000000000000}"/>
          </ac:spMkLst>
        </pc:spChg>
        <pc:spChg chg="del">
          <ac:chgData name="Bohdan Shevchenko" userId="S::bohdan.shevchenko@student.um.si::6c1dd2aa-e680-4d2d-a383-355b189a2db9" providerId="AD" clId="Web-{7EE520CC-DCB1-2009-B07F-FD8215CA5053}" dt="2026-05-12T08:23:49.388" v="6"/>
          <ac:spMkLst>
            <pc:docMk/>
            <pc:sldMk cId="0" sldId="260"/>
            <ac:spMk id="140" creationId="{00000000-0000-0000-0000-000000000000}"/>
          </ac:spMkLst>
        </pc:spChg>
        <pc:spChg chg="del">
          <ac:chgData name="Bohdan Shevchenko" userId="S::bohdan.shevchenko@student.um.si::6c1dd2aa-e680-4d2d-a383-355b189a2db9" providerId="AD" clId="Web-{7EE520CC-DCB1-2009-B07F-FD8215CA5053}" dt="2026-05-12T08:23:54.607" v="9"/>
          <ac:spMkLst>
            <pc:docMk/>
            <pc:sldMk cId="0" sldId="260"/>
            <ac:spMk id="142" creationId="{00000000-0000-0000-0000-000000000000}"/>
          </ac:spMkLst>
        </pc:spChg>
        <pc:spChg chg="del">
          <ac:chgData name="Bohdan Shevchenko" userId="S::bohdan.shevchenko@student.um.si::6c1dd2aa-e680-4d2d-a383-355b189a2db9" providerId="AD" clId="Web-{7EE520CC-DCB1-2009-B07F-FD8215CA5053}" dt="2026-05-12T08:23:53.388" v="8"/>
          <ac:spMkLst>
            <pc:docMk/>
            <pc:sldMk cId="0" sldId="260"/>
            <ac:spMk id="143" creationId="{00000000-0000-0000-0000-000000000000}"/>
          </ac:spMkLst>
        </pc:spChg>
        <pc:spChg chg="del">
          <ac:chgData name="Bohdan Shevchenko" userId="S::bohdan.shevchenko@student.um.si::6c1dd2aa-e680-4d2d-a383-355b189a2db9" providerId="AD" clId="Web-{7EE520CC-DCB1-2009-B07F-FD8215CA5053}" dt="2026-05-12T08:23:51.013" v="7"/>
          <ac:spMkLst>
            <pc:docMk/>
            <pc:sldMk cId="0" sldId="260"/>
            <ac:spMk id="144" creationId="{00000000-0000-0000-0000-000000000000}"/>
          </ac:spMkLst>
        </pc:spChg>
        <pc:spChg chg="del">
          <ac:chgData name="Bohdan Shevchenko" userId="S::bohdan.shevchenko@student.um.si::6c1dd2aa-e680-4d2d-a383-355b189a2db9" providerId="AD" clId="Web-{7EE520CC-DCB1-2009-B07F-FD8215CA5053}" dt="2026-05-12T08:24:04.983" v="15"/>
          <ac:spMkLst>
            <pc:docMk/>
            <pc:sldMk cId="0" sldId="260"/>
            <ac:spMk id="145" creationId="{00000000-0000-0000-0000-000000000000}"/>
          </ac:spMkLst>
        </pc:spChg>
        <pc:spChg chg="del">
          <ac:chgData name="Bohdan Shevchenko" userId="S::bohdan.shevchenko@student.um.si::6c1dd2aa-e680-4d2d-a383-355b189a2db9" providerId="AD" clId="Web-{7EE520CC-DCB1-2009-B07F-FD8215CA5053}" dt="2026-05-12T08:24:01.779" v="13"/>
          <ac:spMkLst>
            <pc:docMk/>
            <pc:sldMk cId="0" sldId="260"/>
            <ac:spMk id="146" creationId="{00000000-0000-0000-0000-000000000000}"/>
          </ac:spMkLst>
        </pc:spChg>
        <pc:spChg chg="del">
          <ac:chgData name="Bohdan Shevchenko" userId="S::bohdan.shevchenko@student.um.si::6c1dd2aa-e680-4d2d-a383-355b189a2db9" providerId="AD" clId="Web-{7EE520CC-DCB1-2009-B07F-FD8215CA5053}" dt="2026-05-12T08:24:01.186" v="12"/>
          <ac:spMkLst>
            <pc:docMk/>
            <pc:sldMk cId="0" sldId="260"/>
            <ac:spMk id="147" creationId="{00000000-0000-0000-0000-000000000000}"/>
          </ac:spMkLst>
        </pc:spChg>
        <pc:spChg chg="del">
          <ac:chgData name="Bohdan Shevchenko" userId="S::bohdan.shevchenko@student.um.si::6c1dd2aa-e680-4d2d-a383-355b189a2db9" providerId="AD" clId="Web-{7EE520CC-DCB1-2009-B07F-FD8215CA5053}" dt="2026-05-12T08:24:04.998" v="16"/>
          <ac:spMkLst>
            <pc:docMk/>
            <pc:sldMk cId="0" sldId="260"/>
            <ac:spMk id="148" creationId="{00000000-0000-0000-0000-000000000000}"/>
          </ac:spMkLst>
        </pc:spChg>
        <pc:spChg chg="del">
          <ac:chgData name="Bohdan Shevchenko" userId="S::bohdan.shevchenko@student.um.si::6c1dd2aa-e680-4d2d-a383-355b189a2db9" providerId="AD" clId="Web-{7EE520CC-DCB1-2009-B07F-FD8215CA5053}" dt="2026-05-12T08:24:02.436" v="14"/>
          <ac:spMkLst>
            <pc:docMk/>
            <pc:sldMk cId="0" sldId="260"/>
            <ac:spMk id="149" creationId="{00000000-0000-0000-0000-000000000000}"/>
          </ac:spMkLst>
        </pc:spChg>
        <pc:spChg chg="del">
          <ac:chgData name="Bohdan Shevchenko" userId="S::bohdan.shevchenko@student.um.si::6c1dd2aa-e680-4d2d-a383-355b189a2db9" providerId="AD" clId="Web-{7EE520CC-DCB1-2009-B07F-FD8215CA5053}" dt="2026-05-12T08:24:05.545" v="17"/>
          <ac:spMkLst>
            <pc:docMk/>
            <pc:sldMk cId="0" sldId="260"/>
            <ac:spMk id="150" creationId="{00000000-0000-0000-0000-000000000000}"/>
          </ac:spMkLst>
        </pc:spChg>
        <pc:spChg chg="del">
          <ac:chgData name="Bohdan Shevchenko" userId="S::bohdan.shevchenko@student.um.si::6c1dd2aa-e680-4d2d-a383-355b189a2db9" providerId="AD" clId="Web-{7EE520CC-DCB1-2009-B07F-FD8215CA5053}" dt="2026-05-12T08:24:08.233" v="18"/>
          <ac:spMkLst>
            <pc:docMk/>
            <pc:sldMk cId="0" sldId="260"/>
            <ac:spMk id="151" creationId="{00000000-0000-0000-0000-000000000000}"/>
          </ac:spMkLst>
        </pc:spChg>
        <pc:spChg chg="del">
          <ac:chgData name="Bohdan Shevchenko" userId="S::bohdan.shevchenko@student.um.si::6c1dd2aa-e680-4d2d-a383-355b189a2db9" providerId="AD" clId="Web-{7EE520CC-DCB1-2009-B07F-FD8215CA5053}" dt="2026-05-12T08:24:09.233" v="19"/>
          <ac:spMkLst>
            <pc:docMk/>
            <pc:sldMk cId="0" sldId="260"/>
            <ac:spMk id="152" creationId="{00000000-0000-0000-0000-000000000000}"/>
          </ac:spMkLst>
        </pc:spChg>
        <pc:spChg chg="del">
          <ac:chgData name="Bohdan Shevchenko" userId="S::bohdan.shevchenko@student.um.si::6c1dd2aa-e680-4d2d-a383-355b189a2db9" providerId="AD" clId="Web-{7EE520CC-DCB1-2009-B07F-FD8215CA5053}" dt="2026-05-12T08:24:09.827" v="20"/>
          <ac:spMkLst>
            <pc:docMk/>
            <pc:sldMk cId="0" sldId="260"/>
            <ac:spMk id="153" creationId="{00000000-0000-0000-0000-000000000000}"/>
          </ac:spMkLst>
        </pc:spChg>
        <pc:graphicFrameChg chg="del mod modGraphic">
          <ac:chgData name="Bohdan Shevchenko" userId="S::bohdan.shevchenko@student.um.si::6c1dd2aa-e680-4d2d-a383-355b189a2db9" providerId="AD" clId="Web-{7EE520CC-DCB1-2009-B07F-FD8215CA5053}" dt="2026-05-12T08:23:46.169" v="5"/>
          <ac:graphicFrameMkLst>
            <pc:docMk/>
            <pc:sldMk cId="0" sldId="260"/>
            <ac:graphicFrameMk id="141" creationId="{00000000-0000-0000-0000-000000000000}"/>
          </ac:graphicFrameMkLst>
        </pc:graphicFrameChg>
        <pc:picChg chg="add del mod">
          <ac:chgData name="Bohdan Shevchenko" userId="S::bohdan.shevchenko@student.um.si::6c1dd2aa-e680-4d2d-a383-355b189a2db9" providerId="AD" clId="Web-{7EE520CC-DCB1-2009-B07F-FD8215CA5053}" dt="2026-05-12T08:27:03.684" v="42"/>
          <ac:picMkLst>
            <pc:docMk/>
            <pc:sldMk cId="0" sldId="260"/>
            <ac:picMk id="2" creationId="{CEB3658A-2F69-4221-DA15-8762CBDD22E9}"/>
          </ac:picMkLst>
        </pc:picChg>
        <pc:picChg chg="add del mod">
          <ac:chgData name="Bohdan Shevchenko" userId="S::bohdan.shevchenko@student.um.si::6c1dd2aa-e680-4d2d-a383-355b189a2db9" providerId="AD" clId="Web-{7EE520CC-DCB1-2009-B07F-FD8215CA5053}" dt="2026-05-12T08:26:33.697" v="37"/>
          <ac:picMkLst>
            <pc:docMk/>
            <pc:sldMk cId="0" sldId="260"/>
            <ac:picMk id="3" creationId="{B8F09306-2F3C-F152-0E3B-23F1108881BD}"/>
          </ac:picMkLst>
        </pc:picChg>
        <pc:picChg chg="add del mod ord">
          <ac:chgData name="Bohdan Shevchenko" userId="S::bohdan.shevchenko@student.um.si::6c1dd2aa-e680-4d2d-a383-355b189a2db9" providerId="AD" clId="Web-{7EE520CC-DCB1-2009-B07F-FD8215CA5053}" dt="2026-05-12T08:27:02.309" v="41"/>
          <ac:picMkLst>
            <pc:docMk/>
            <pc:sldMk cId="0" sldId="260"/>
            <ac:picMk id="4" creationId="{DEA380F7-11C2-9988-F161-3BDBB3043613}"/>
          </ac:picMkLst>
        </pc:picChg>
        <pc:picChg chg="add mod">
          <ac:chgData name="Bohdan Shevchenko" userId="S::bohdan.shevchenko@student.um.si::6c1dd2aa-e680-4d2d-a383-355b189a2db9" providerId="AD" clId="Web-{7EE520CC-DCB1-2009-B07F-FD8215CA5053}" dt="2026-05-12T09:56:07.328" v="645" actId="1076"/>
          <ac:picMkLst>
            <pc:docMk/>
            <pc:sldMk cId="0" sldId="260"/>
            <ac:picMk id="5" creationId="{D21AF887-71BA-3141-4012-B9B746CC6E14}"/>
          </ac:picMkLst>
        </pc:picChg>
        <pc:picChg chg="mod">
          <ac:chgData name="Bohdan Shevchenko" userId="S::bohdan.shevchenko@student.um.si::6c1dd2aa-e680-4d2d-a383-355b189a2db9" providerId="AD" clId="Web-{7EE520CC-DCB1-2009-B07F-FD8215CA5053}" dt="2026-05-12T08:25:02.128" v="33" actId="1076"/>
          <ac:picMkLst>
            <pc:docMk/>
            <pc:sldMk cId="0" sldId="260"/>
            <ac:picMk id="138" creationId="{00000000-0000-0000-0000-000000000000}"/>
          </ac:picMkLst>
        </pc:picChg>
      </pc:sldChg>
      <pc:sldChg chg="addSp delSp modSp">
        <pc:chgData name="Bohdan Shevchenko" userId="S::bohdan.shevchenko@student.um.si::6c1dd2aa-e680-4d2d-a383-355b189a2db9" providerId="AD" clId="Web-{7EE520CC-DCB1-2009-B07F-FD8215CA5053}" dt="2026-05-12T10:13:12.500" v="681" actId="1076"/>
        <pc:sldMkLst>
          <pc:docMk/>
          <pc:sldMk cId="0" sldId="261"/>
        </pc:sldMkLst>
        <pc:spChg chg="add del mod">
          <ac:chgData name="Bohdan Shevchenko" userId="S::bohdan.shevchenko@student.um.si::6c1dd2aa-e680-4d2d-a383-355b189a2db9" providerId="AD" clId="Web-{7EE520CC-DCB1-2009-B07F-FD8215CA5053}" dt="2026-05-12T09:03:47.509" v="335"/>
          <ac:spMkLst>
            <pc:docMk/>
            <pc:sldMk cId="0" sldId="261"/>
            <ac:spMk id="2" creationId="{608F6536-1D3C-7042-56EC-8849FF4F18C5}"/>
          </ac:spMkLst>
        </pc:spChg>
        <pc:spChg chg="add mod">
          <ac:chgData name="Bohdan Shevchenko" userId="S::bohdan.shevchenko@student.um.si::6c1dd2aa-e680-4d2d-a383-355b189a2db9" providerId="AD" clId="Web-{7EE520CC-DCB1-2009-B07F-FD8215CA5053}" dt="2026-05-12T10:13:12.500" v="681" actId="1076"/>
          <ac:spMkLst>
            <pc:docMk/>
            <pc:sldMk cId="0" sldId="261"/>
            <ac:spMk id="3" creationId="{6FDFCEDD-B562-C8FC-AD88-D4D38E3C9BB0}"/>
          </ac:spMkLst>
        </pc:spChg>
        <pc:spChg chg="add mod">
          <ac:chgData name="Bohdan Shevchenko" userId="S::bohdan.shevchenko@student.um.si::6c1dd2aa-e680-4d2d-a383-355b189a2db9" providerId="AD" clId="Web-{7EE520CC-DCB1-2009-B07F-FD8215CA5053}" dt="2026-05-12T10:13:07.172" v="680" actId="1076"/>
          <ac:spMkLst>
            <pc:docMk/>
            <pc:sldMk cId="0" sldId="261"/>
            <ac:spMk id="4" creationId="{D14ECCD8-134B-A5E8-B571-720968B77E18}"/>
          </ac:spMkLst>
        </pc:spChg>
        <pc:spChg chg="add mod">
          <ac:chgData name="Bohdan Shevchenko" userId="S::bohdan.shevchenko@student.um.si::6c1dd2aa-e680-4d2d-a383-355b189a2db9" providerId="AD" clId="Web-{7EE520CC-DCB1-2009-B07F-FD8215CA5053}" dt="2026-05-12T09:07:45.574" v="374" actId="1076"/>
          <ac:spMkLst>
            <pc:docMk/>
            <pc:sldMk cId="0" sldId="261"/>
            <ac:spMk id="5" creationId="{B6E7AFFA-B6E6-B531-E9B1-DB1BAD58B9A2}"/>
          </ac:spMkLst>
        </pc:spChg>
        <pc:spChg chg="add mod">
          <ac:chgData name="Bohdan Shevchenko" userId="S::bohdan.shevchenko@student.um.si::6c1dd2aa-e680-4d2d-a383-355b189a2db9" providerId="AD" clId="Web-{7EE520CC-DCB1-2009-B07F-FD8215CA5053}" dt="2026-05-12T09:08:12.122" v="396" actId="20577"/>
          <ac:spMkLst>
            <pc:docMk/>
            <pc:sldMk cId="0" sldId="261"/>
            <ac:spMk id="6" creationId="{94B27F69-9DE8-95D3-B132-C5F64E28536D}"/>
          </ac:spMkLst>
        </pc:spChg>
        <pc:spChg chg="mod">
          <ac:chgData name="Bohdan Shevchenko" userId="S::bohdan.shevchenko@student.um.si::6c1dd2aa-e680-4d2d-a383-355b189a2db9" providerId="AD" clId="Web-{7EE520CC-DCB1-2009-B07F-FD8215CA5053}" dt="2026-05-12T08:56:00.676" v="267" actId="1076"/>
          <ac:spMkLst>
            <pc:docMk/>
            <pc:sldMk cId="0" sldId="261"/>
            <ac:spMk id="163" creationId="{00000000-0000-0000-0000-000000000000}"/>
          </ac:spMkLst>
        </pc:spChg>
        <pc:spChg chg="del mod">
          <ac:chgData name="Bohdan Shevchenko" userId="S::bohdan.shevchenko@student.um.si::6c1dd2aa-e680-4d2d-a383-355b189a2db9" providerId="AD" clId="Web-{7EE520CC-DCB1-2009-B07F-FD8215CA5053}" dt="2026-05-12T08:55:54.722" v="266"/>
          <ac:spMkLst>
            <pc:docMk/>
            <pc:sldMk cId="0" sldId="261"/>
            <ac:spMk id="164" creationId="{00000000-0000-0000-0000-000000000000}"/>
          </ac:spMkLst>
        </pc:spChg>
        <pc:spChg chg="mod">
          <ac:chgData name="Bohdan Shevchenko" userId="S::bohdan.shevchenko@student.um.si::6c1dd2aa-e680-4d2d-a383-355b189a2db9" providerId="AD" clId="Web-{7EE520CC-DCB1-2009-B07F-FD8215CA5053}" dt="2026-05-12T10:12:55.421" v="677" actId="1076"/>
          <ac:spMkLst>
            <pc:docMk/>
            <pc:sldMk cId="0" sldId="261"/>
            <ac:spMk id="165" creationId="{00000000-0000-0000-0000-000000000000}"/>
          </ac:spMkLst>
        </pc:spChg>
        <pc:spChg chg="del">
          <ac:chgData name="Bohdan Shevchenko" userId="S::bohdan.shevchenko@student.um.si::6c1dd2aa-e680-4d2d-a383-355b189a2db9" providerId="AD" clId="Web-{7EE520CC-DCB1-2009-B07F-FD8215CA5053}" dt="2026-05-12T08:59:19.586" v="284"/>
          <ac:spMkLst>
            <pc:docMk/>
            <pc:sldMk cId="0" sldId="261"/>
            <ac:spMk id="166" creationId="{00000000-0000-0000-0000-000000000000}"/>
          </ac:spMkLst>
        </pc:spChg>
        <pc:spChg chg="mod">
          <ac:chgData name="Bohdan Shevchenko" userId="S::bohdan.shevchenko@student.um.si::6c1dd2aa-e680-4d2d-a383-355b189a2db9" providerId="AD" clId="Web-{7EE520CC-DCB1-2009-B07F-FD8215CA5053}" dt="2026-05-12T09:01:19.498" v="310" actId="1076"/>
          <ac:spMkLst>
            <pc:docMk/>
            <pc:sldMk cId="0" sldId="261"/>
            <ac:spMk id="167" creationId="{00000000-0000-0000-0000-000000000000}"/>
          </ac:spMkLst>
        </pc:spChg>
        <pc:spChg chg="del mod">
          <ac:chgData name="Bohdan Shevchenko" userId="S::bohdan.shevchenko@student.um.si::6c1dd2aa-e680-4d2d-a383-355b189a2db9" providerId="AD" clId="Web-{7EE520CC-DCB1-2009-B07F-FD8215CA5053}" dt="2026-05-12T09:02:03.892" v="317"/>
          <ac:spMkLst>
            <pc:docMk/>
            <pc:sldMk cId="0" sldId="261"/>
            <ac:spMk id="168" creationId="{00000000-0000-0000-0000-000000000000}"/>
          </ac:spMkLst>
        </pc:spChg>
        <pc:spChg chg="mod">
          <ac:chgData name="Bohdan Shevchenko" userId="S::bohdan.shevchenko@student.um.si::6c1dd2aa-e680-4d2d-a383-355b189a2db9" providerId="AD" clId="Web-{7EE520CC-DCB1-2009-B07F-FD8215CA5053}" dt="2026-05-12T10:13:02.499" v="679" actId="1076"/>
          <ac:spMkLst>
            <pc:docMk/>
            <pc:sldMk cId="0" sldId="261"/>
            <ac:spMk id="169" creationId="{00000000-0000-0000-0000-000000000000}"/>
          </ac:spMkLst>
        </pc:spChg>
        <pc:spChg chg="del mod">
          <ac:chgData name="Bohdan Shevchenko" userId="S::bohdan.shevchenko@student.um.si::6c1dd2aa-e680-4d2d-a383-355b189a2db9" providerId="AD" clId="Web-{7EE520CC-DCB1-2009-B07F-FD8215CA5053}" dt="2026-05-12T09:02:11.111" v="321"/>
          <ac:spMkLst>
            <pc:docMk/>
            <pc:sldMk cId="0" sldId="261"/>
            <ac:spMk id="170" creationId="{00000000-0000-0000-0000-000000000000}"/>
          </ac:spMkLst>
        </pc:spChg>
        <pc:spChg chg="mod">
          <ac:chgData name="Bohdan Shevchenko" userId="S::bohdan.shevchenko@student.um.si::6c1dd2aa-e680-4d2d-a383-355b189a2db9" providerId="AD" clId="Web-{7EE520CC-DCB1-2009-B07F-FD8215CA5053}" dt="2026-05-12T09:03:24.788" v="331" actId="1076"/>
          <ac:spMkLst>
            <pc:docMk/>
            <pc:sldMk cId="0" sldId="261"/>
            <ac:spMk id="171" creationId="{00000000-0000-0000-0000-000000000000}"/>
          </ac:spMkLst>
        </pc:spChg>
        <pc:spChg chg="del mod">
          <ac:chgData name="Bohdan Shevchenko" userId="S::bohdan.shevchenko@student.um.si::6c1dd2aa-e680-4d2d-a383-355b189a2db9" providerId="AD" clId="Web-{7EE520CC-DCB1-2009-B07F-FD8215CA5053}" dt="2026-05-12T09:02:13.892" v="324"/>
          <ac:spMkLst>
            <pc:docMk/>
            <pc:sldMk cId="0" sldId="261"/>
            <ac:spMk id="172" creationId="{00000000-0000-0000-0000-000000000000}"/>
          </ac:spMkLst>
        </pc:spChg>
        <pc:spChg chg="mod">
          <ac:chgData name="Bohdan Shevchenko" userId="S::bohdan.shevchenko@student.um.si::6c1dd2aa-e680-4d2d-a383-355b189a2db9" providerId="AD" clId="Web-{7EE520CC-DCB1-2009-B07F-FD8215CA5053}" dt="2026-05-12T09:08:22.576" v="398" actId="20577"/>
          <ac:spMkLst>
            <pc:docMk/>
            <pc:sldMk cId="0" sldId="261"/>
            <ac:spMk id="173" creationId="{00000000-0000-0000-0000-000000000000}"/>
          </ac:spMkLst>
        </pc:spChg>
        <pc:spChg chg="mod">
          <ac:chgData name="Bohdan Shevchenko" userId="S::bohdan.shevchenko@student.um.si::6c1dd2aa-e680-4d2d-a383-355b189a2db9" providerId="AD" clId="Web-{7EE520CC-DCB1-2009-B07F-FD8215CA5053}" dt="2026-05-12T08:57:38.012" v="271" actId="1076"/>
          <ac:spMkLst>
            <pc:docMk/>
            <pc:sldMk cId="0" sldId="261"/>
            <ac:spMk id="175" creationId="{00000000-0000-0000-0000-000000000000}"/>
          </ac:spMkLst>
        </pc:spChg>
        <pc:spChg chg="mod">
          <ac:chgData name="Bohdan Shevchenko" userId="S::bohdan.shevchenko@student.um.si::6c1dd2aa-e680-4d2d-a383-355b189a2db9" providerId="AD" clId="Web-{7EE520CC-DCB1-2009-B07F-FD8215CA5053}" dt="2026-05-12T10:12:47.717" v="676" actId="1076"/>
          <ac:spMkLst>
            <pc:docMk/>
            <pc:sldMk cId="0" sldId="261"/>
            <ac:spMk id="176" creationId="{00000000-0000-0000-0000-000000000000}"/>
          </ac:spMkLst>
        </pc:spChg>
        <pc:spChg chg="mod">
          <ac:chgData name="Bohdan Shevchenko" userId="S::bohdan.shevchenko@student.um.si::6c1dd2aa-e680-4d2d-a383-355b189a2db9" providerId="AD" clId="Web-{7EE520CC-DCB1-2009-B07F-FD8215CA5053}" dt="2026-05-12T09:00:59.121" v="303" actId="1076"/>
          <ac:spMkLst>
            <pc:docMk/>
            <pc:sldMk cId="0" sldId="261"/>
            <ac:spMk id="177" creationId="{00000000-0000-0000-0000-000000000000}"/>
          </ac:spMkLst>
        </pc:spChg>
        <pc:spChg chg="mod">
          <ac:chgData name="Bohdan Shevchenko" userId="S::bohdan.shevchenko@student.um.si::6c1dd2aa-e680-4d2d-a383-355b189a2db9" providerId="AD" clId="Web-{7EE520CC-DCB1-2009-B07F-FD8215CA5053}" dt="2026-05-12T10:12:58.921" v="678" actId="1076"/>
          <ac:spMkLst>
            <pc:docMk/>
            <pc:sldMk cId="0" sldId="261"/>
            <ac:spMk id="178" creationId="{00000000-0000-0000-0000-000000000000}"/>
          </ac:spMkLst>
        </pc:spChg>
        <pc:spChg chg="mod">
          <ac:chgData name="Bohdan Shevchenko" userId="S::bohdan.shevchenko@student.um.si::6c1dd2aa-e680-4d2d-a383-355b189a2db9" providerId="AD" clId="Web-{7EE520CC-DCB1-2009-B07F-FD8215CA5053}" dt="2026-05-12T09:03:19.647" v="330" actId="1076"/>
          <ac:spMkLst>
            <pc:docMk/>
            <pc:sldMk cId="0" sldId="261"/>
            <ac:spMk id="179" creationId="{00000000-0000-0000-0000-000000000000}"/>
          </ac:spMkLst>
        </pc:spChg>
        <pc:picChg chg="mod">
          <ac:chgData name="Bohdan Shevchenko" userId="S::bohdan.shevchenko@student.um.si::6c1dd2aa-e680-4d2d-a383-355b189a2db9" providerId="AD" clId="Web-{7EE520CC-DCB1-2009-B07F-FD8215CA5053}" dt="2026-05-12T10:12:40.169" v="674" actId="1076"/>
          <ac:picMkLst>
            <pc:docMk/>
            <pc:sldMk cId="0" sldId="261"/>
            <ac:picMk id="7" creationId="{4D099468-1BC1-4D98-63DD-9D84DBD92AB7}"/>
          </ac:picMkLst>
        </pc:picChg>
        <pc:picChg chg="del mod">
          <ac:chgData name="Bohdan Shevchenko" userId="S::bohdan.shevchenko@student.um.si::6c1dd2aa-e680-4d2d-a383-355b189a2db9" providerId="AD" clId="Web-{7EE520CC-DCB1-2009-B07F-FD8215CA5053}" dt="2026-05-12T09:02:04.985" v="318"/>
          <ac:picMkLst>
            <pc:docMk/>
            <pc:sldMk cId="0" sldId="261"/>
            <ac:picMk id="160" creationId="{00000000-0000-0000-0000-000000000000}"/>
          </ac:picMkLst>
        </pc:picChg>
      </pc:sldChg>
      <pc:sldChg chg="addSp delSp modSp">
        <pc:chgData name="Bohdan Shevchenko" userId="S::bohdan.shevchenko@student.um.si::6c1dd2aa-e680-4d2d-a383-355b189a2db9" providerId="AD" clId="Web-{7EE520CC-DCB1-2009-B07F-FD8215CA5053}" dt="2026-05-12T08:55:13.813" v="253"/>
        <pc:sldMkLst>
          <pc:docMk/>
          <pc:sldMk cId="0" sldId="262"/>
        </pc:sldMkLst>
        <pc:spChg chg="mod">
          <ac:chgData name="Bohdan Shevchenko" userId="S::bohdan.shevchenko@student.um.si::6c1dd2aa-e680-4d2d-a383-355b189a2db9" providerId="AD" clId="Web-{7EE520CC-DCB1-2009-B07F-FD8215CA5053}" dt="2026-05-12T08:37:57.562" v="49" actId="20577"/>
          <ac:spMkLst>
            <pc:docMk/>
            <pc:sldMk cId="0" sldId="262"/>
            <ac:spMk id="187" creationId="{00000000-0000-0000-0000-000000000000}"/>
          </ac:spMkLst>
        </pc:spChg>
        <pc:spChg chg="del mod">
          <ac:chgData name="Bohdan Shevchenko" userId="S::bohdan.shevchenko@student.um.si::6c1dd2aa-e680-4d2d-a383-355b189a2db9" providerId="AD" clId="Web-{7EE520CC-DCB1-2009-B07F-FD8215CA5053}" dt="2026-05-12T08:38:10.531" v="57"/>
          <ac:spMkLst>
            <pc:docMk/>
            <pc:sldMk cId="0" sldId="262"/>
            <ac:spMk id="188" creationId="{00000000-0000-0000-0000-000000000000}"/>
          </ac:spMkLst>
        </pc:spChg>
        <pc:spChg chg="del mod">
          <ac:chgData name="Bohdan Shevchenko" userId="S::bohdan.shevchenko@student.um.si::6c1dd2aa-e680-4d2d-a383-355b189a2db9" providerId="AD" clId="Web-{7EE520CC-DCB1-2009-B07F-FD8215CA5053}" dt="2026-05-12T08:38:09.828" v="56"/>
          <ac:spMkLst>
            <pc:docMk/>
            <pc:sldMk cId="0" sldId="262"/>
            <ac:spMk id="189" creationId="{00000000-0000-0000-0000-000000000000}"/>
          </ac:spMkLst>
        </pc:spChg>
        <pc:spChg chg="del">
          <ac:chgData name="Bohdan Shevchenko" userId="S::bohdan.shevchenko@student.um.si::6c1dd2aa-e680-4d2d-a383-355b189a2db9" providerId="AD" clId="Web-{7EE520CC-DCB1-2009-B07F-FD8215CA5053}" dt="2026-05-12T08:38:06.297" v="53"/>
          <ac:spMkLst>
            <pc:docMk/>
            <pc:sldMk cId="0" sldId="262"/>
            <ac:spMk id="190" creationId="{00000000-0000-0000-0000-000000000000}"/>
          </ac:spMkLst>
        </pc:spChg>
        <pc:spChg chg="del mod">
          <ac:chgData name="Bohdan Shevchenko" userId="S::bohdan.shevchenko@student.um.si::6c1dd2aa-e680-4d2d-a383-355b189a2db9" providerId="AD" clId="Web-{7EE520CC-DCB1-2009-B07F-FD8215CA5053}" dt="2026-05-12T08:53:46.384" v="230"/>
          <ac:spMkLst>
            <pc:docMk/>
            <pc:sldMk cId="0" sldId="262"/>
            <ac:spMk id="191" creationId="{00000000-0000-0000-0000-000000000000}"/>
          </ac:spMkLst>
        </pc:spChg>
        <pc:spChg chg="del">
          <ac:chgData name="Bohdan Shevchenko" userId="S::bohdan.shevchenko@student.um.si::6c1dd2aa-e680-4d2d-a383-355b189a2db9" providerId="AD" clId="Web-{7EE520CC-DCB1-2009-B07F-FD8215CA5053}" dt="2026-05-12T08:53:48.103" v="231"/>
          <ac:spMkLst>
            <pc:docMk/>
            <pc:sldMk cId="0" sldId="262"/>
            <ac:spMk id="192" creationId="{00000000-0000-0000-0000-000000000000}"/>
          </ac:spMkLst>
        </pc:spChg>
        <pc:spChg chg="del mod">
          <ac:chgData name="Bohdan Shevchenko" userId="S::bohdan.shevchenko@student.um.si::6c1dd2aa-e680-4d2d-a383-355b189a2db9" providerId="AD" clId="Web-{7EE520CC-DCB1-2009-B07F-FD8215CA5053}" dt="2026-05-12T08:53:54.588" v="235"/>
          <ac:spMkLst>
            <pc:docMk/>
            <pc:sldMk cId="0" sldId="262"/>
            <ac:spMk id="193" creationId="{00000000-0000-0000-0000-000000000000}"/>
          </ac:spMkLst>
        </pc:spChg>
        <pc:graphicFrameChg chg="add del mod modGraphic">
          <ac:chgData name="Bohdan Shevchenko" userId="S::bohdan.shevchenko@student.um.si::6c1dd2aa-e680-4d2d-a383-355b189a2db9" providerId="AD" clId="Web-{7EE520CC-DCB1-2009-B07F-FD8215CA5053}" dt="2026-05-12T08:38:42.815" v="61"/>
          <ac:graphicFrameMkLst>
            <pc:docMk/>
            <pc:sldMk cId="0" sldId="262"/>
            <ac:graphicFrameMk id="3" creationId="{555DF5B9-9BAD-27EA-80AF-A2D050EC5CF0}"/>
          </ac:graphicFrameMkLst>
        </pc:graphicFrameChg>
        <pc:graphicFrameChg chg="add del mod modGraphic">
          <ac:chgData name="Bohdan Shevchenko" userId="S::bohdan.shevchenko@student.um.si::6c1dd2aa-e680-4d2d-a383-355b189a2db9" providerId="AD" clId="Web-{7EE520CC-DCB1-2009-B07F-FD8215CA5053}" dt="2026-05-12T08:39:22.350" v="71"/>
          <ac:graphicFrameMkLst>
            <pc:docMk/>
            <pc:sldMk cId="0" sldId="262"/>
            <ac:graphicFrameMk id="5" creationId="{831720D3-BCE7-3B14-092C-24281221BF69}"/>
          </ac:graphicFrameMkLst>
        </pc:graphicFrameChg>
        <pc:graphicFrameChg chg="add del mod modGraphic">
          <ac:chgData name="Bohdan Shevchenko" userId="S::bohdan.shevchenko@student.um.si::6c1dd2aa-e680-4d2d-a383-355b189a2db9" providerId="AD" clId="Web-{7EE520CC-DCB1-2009-B07F-FD8215CA5053}" dt="2026-05-12T08:40:17.057" v="82"/>
          <ac:graphicFrameMkLst>
            <pc:docMk/>
            <pc:sldMk cId="0" sldId="262"/>
            <ac:graphicFrameMk id="7" creationId="{F63C152B-6A30-6548-9B92-1CC1769B3CA0}"/>
          </ac:graphicFrameMkLst>
        </pc:graphicFrameChg>
        <pc:graphicFrameChg chg="add mod modGraphic">
          <ac:chgData name="Bohdan Shevchenko" userId="S::bohdan.shevchenko@student.um.si::6c1dd2aa-e680-4d2d-a383-355b189a2db9" providerId="AD" clId="Web-{7EE520CC-DCB1-2009-B07F-FD8215CA5053}" dt="2026-05-12T08:53:08.022" v="225"/>
          <ac:graphicFrameMkLst>
            <pc:docMk/>
            <pc:sldMk cId="0" sldId="262"/>
            <ac:graphicFrameMk id="9" creationId="{3B2A1AFD-3D6B-F830-0CDD-A9CD662928E1}"/>
          </ac:graphicFrameMkLst>
        </pc:graphicFrameChg>
        <pc:graphicFrameChg chg="add mod modGraphic">
          <ac:chgData name="Bohdan Shevchenko" userId="S::bohdan.shevchenko@student.um.si::6c1dd2aa-e680-4d2d-a383-355b189a2db9" providerId="AD" clId="Web-{7EE520CC-DCB1-2009-B07F-FD8215CA5053}" dt="2026-05-12T08:55:13.813" v="253"/>
          <ac:graphicFrameMkLst>
            <pc:docMk/>
            <pc:sldMk cId="0" sldId="262"/>
            <ac:graphicFrameMk id="11" creationId="{3F7C3FAD-86BC-7DB8-436B-71440FA4E4F5}"/>
          </ac:graphicFrameMkLst>
        </pc:graphicFrameChg>
        <pc:picChg chg="del mod">
          <ac:chgData name="Bohdan Shevchenko" userId="S::bohdan.shevchenko@student.um.si::6c1dd2aa-e680-4d2d-a383-355b189a2db9" providerId="AD" clId="Web-{7EE520CC-DCB1-2009-B07F-FD8215CA5053}" dt="2026-05-12T08:53:49.322" v="232"/>
          <ac:picMkLst>
            <pc:docMk/>
            <pc:sldMk cId="0" sldId="262"/>
            <ac:picMk id="184" creationId="{00000000-0000-0000-0000-000000000000}"/>
          </ac:picMkLst>
        </pc:picChg>
        <pc:picChg chg="del">
          <ac:chgData name="Bohdan Shevchenko" userId="S::bohdan.shevchenko@student.um.si::6c1dd2aa-e680-4d2d-a383-355b189a2db9" providerId="AD" clId="Web-{7EE520CC-DCB1-2009-B07F-FD8215CA5053}" dt="2026-05-12T08:38:03.281" v="50"/>
          <ac:picMkLst>
            <pc:docMk/>
            <pc:sldMk cId="0" sldId="262"/>
            <ac:picMk id="185" creationId="{00000000-0000-0000-0000-000000000000}"/>
          </ac:picMkLst>
        </pc:picChg>
        <pc:picChg chg="del">
          <ac:chgData name="Bohdan Shevchenko" userId="S::bohdan.shevchenko@student.um.si::6c1dd2aa-e680-4d2d-a383-355b189a2db9" providerId="AD" clId="Web-{7EE520CC-DCB1-2009-B07F-FD8215CA5053}" dt="2026-05-12T08:53:43.134" v="227"/>
          <ac:picMkLst>
            <pc:docMk/>
            <pc:sldMk cId="0" sldId="262"/>
            <ac:picMk id="186" creationId="{00000000-0000-0000-0000-000000000000}"/>
          </ac:picMkLst>
        </pc:picChg>
      </pc:sldChg>
      <pc:sldChg chg="modSp del">
        <pc:chgData name="Bohdan Shevchenko" userId="S::bohdan.shevchenko@student.um.si::6c1dd2aa-e680-4d2d-a383-355b189a2db9" providerId="AD" clId="Web-{7EE520CC-DCB1-2009-B07F-FD8215CA5053}" dt="2026-05-12T10:06:15.624" v="670"/>
        <pc:sldMkLst>
          <pc:docMk/>
          <pc:sldMk cId="0" sldId="264"/>
        </pc:sldMkLst>
        <pc:spChg chg="mod">
          <ac:chgData name="Bohdan Shevchenko" userId="S::bohdan.shevchenko@student.um.si::6c1dd2aa-e680-4d2d-a383-355b189a2db9" providerId="AD" clId="Web-{7EE520CC-DCB1-2009-B07F-FD8215CA5053}" dt="2026-05-12T09:45:38.076" v="594" actId="20577"/>
          <ac:spMkLst>
            <pc:docMk/>
            <pc:sldMk cId="0" sldId="264"/>
            <ac:spMk id="219" creationId="{00000000-0000-0000-0000-000000000000}"/>
          </ac:spMkLst>
        </pc:spChg>
      </pc:sldChg>
      <pc:sldChg chg="new del">
        <pc:chgData name="Bohdan Shevchenko" userId="S::bohdan.shevchenko@student.um.si::6c1dd2aa-e680-4d2d-a383-355b189a2db9" providerId="AD" clId="Web-{7EE520CC-DCB1-2009-B07F-FD8215CA5053}" dt="2026-05-12T10:07:28.068" v="672"/>
        <pc:sldMkLst>
          <pc:docMk/>
          <pc:sldMk cId="2770081793" sldId="27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B308D068-1B61-1243-B636-6841EC0EE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>
            <a:extLst>
              <a:ext uri="{FF2B5EF4-FFF2-40B4-BE49-F238E27FC236}">
                <a16:creationId xmlns:a16="http://schemas.microsoft.com/office/drawing/2014/main" id="{C5AFE4FB-5CAA-AAE5-F7B0-B258A379FC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>
            <a:extLst>
              <a:ext uri="{FF2B5EF4-FFF2-40B4-BE49-F238E27FC236}">
                <a16:creationId xmlns:a16="http://schemas.microsoft.com/office/drawing/2014/main" id="{3590A860-2550-4A44-BF42-B21F1EADFC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614900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ED49C847-B048-2865-FE56-5DBE10506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7A7BD5CA-2EE9-D082-F54E-C41BE33DC4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992E53D7-CB80-0695-D1C6-663E393383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904018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>
          <a:extLst>
            <a:ext uri="{FF2B5EF4-FFF2-40B4-BE49-F238E27FC236}">
              <a16:creationId xmlns:a16="http://schemas.microsoft.com/office/drawing/2014/main" id="{7A8C9031-2A31-9863-0F8A-9C31904B4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>
            <a:extLst>
              <a:ext uri="{FF2B5EF4-FFF2-40B4-BE49-F238E27FC236}">
                <a16:creationId xmlns:a16="http://schemas.microsoft.com/office/drawing/2014/main" id="{D96FB515-2789-3AD6-F10F-D787270A54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7:notes">
            <a:extLst>
              <a:ext uri="{FF2B5EF4-FFF2-40B4-BE49-F238E27FC236}">
                <a16:creationId xmlns:a16="http://schemas.microsoft.com/office/drawing/2014/main" id="{AFD47BDA-8643-0E61-B320-B1BA117F43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093017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>
          <a:extLst>
            <a:ext uri="{FF2B5EF4-FFF2-40B4-BE49-F238E27FC236}">
              <a16:creationId xmlns:a16="http://schemas.microsoft.com/office/drawing/2014/main" id="{52B3F5B7-F162-1BEB-BCE3-1DE24F77F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:notes">
            <a:extLst>
              <a:ext uri="{FF2B5EF4-FFF2-40B4-BE49-F238E27FC236}">
                <a16:creationId xmlns:a16="http://schemas.microsoft.com/office/drawing/2014/main" id="{98A55767-EF63-31DE-0EB0-4DCFEC7D72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0:notes">
            <a:extLst>
              <a:ext uri="{FF2B5EF4-FFF2-40B4-BE49-F238E27FC236}">
                <a16:creationId xmlns:a16="http://schemas.microsoft.com/office/drawing/2014/main" id="{8E5648DC-53BB-A229-900D-9586978FDD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87042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0E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771525" y="1419373"/>
            <a:ext cx="106489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PREPARED FOR: </a:t>
            </a:r>
            <a:r>
              <a:rPr lang="en-US" sz="1200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VINOGRADNIŠTVO</a:t>
            </a:r>
            <a:r>
              <a:rPr lang="en-US" sz="1200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MARIBOR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771525" y="1790848"/>
            <a:ext cx="10648950" cy="9525"/>
          </a:xfrm>
          <a:prstGeom prst="rect">
            <a:avLst/>
          </a:prstGeom>
          <a:solidFill>
            <a:srgbClr val="1F2E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771525" y="2371873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A3E635"/>
                </a:solidFill>
                <a:latin typeface="Lato"/>
                <a:ea typeface="Lato"/>
                <a:cs typeface="Lato"/>
                <a:sym typeface="Lato"/>
              </a:rPr>
              <a:t>HARVESTPAY SOLUTIONS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71525" y="2707034"/>
            <a:ext cx="11181397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Digital Logistics &amp;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sk-SK" sz="4800" b="1">
                <a:solidFill>
                  <a:srgbClr val="FFFFFF"/>
                </a:solidFill>
                <a:latin typeface="Poppins"/>
                <a:ea typeface="Calibri"/>
                <a:cs typeface="Poppins"/>
                <a:sym typeface="Poppins"/>
              </a:rPr>
              <a:t>A</a:t>
            </a:r>
            <a:r>
              <a:rPr lang="en-US" sz="4800" b="1" i="0" u="none" strike="noStrike" cap="none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utomated</a:t>
            </a:r>
            <a:r>
              <a:rPr lang="en-US" sz="48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Payroll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771525" y="4707284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Transforming viticulture operations with secure, IoT-driven data capture and real-time financial tracking.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ADEB95-12AE-5013-25E0-DED029966F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7461" y="-1538256"/>
            <a:ext cx="7820308" cy="52135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0E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2200423"/>
            <a:ext cx="3359199" cy="3601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6474" y="2200422"/>
            <a:ext cx="3359199" cy="3601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1424" y="2200423"/>
            <a:ext cx="3359199" cy="3601558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1066800" y="3219598"/>
            <a:ext cx="2907082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Administrative Lag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066800" y="3743473"/>
            <a:ext cx="2768649" cy="1403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9929"/>
              </a:lnSpc>
            </a:pPr>
            <a:r>
              <a:rPr lang="en-US" sz="1425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Manual transcription of paper </a:t>
            </a:r>
            <a:r>
              <a:rPr lang="sk-SK" sz="1425" err="1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reports</a:t>
            </a:r>
            <a:r>
              <a:rPr lang="sk-SK" sz="1425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to Excel </a:t>
            </a:r>
            <a:r>
              <a:rPr lang="sk-SK" sz="1425" err="1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spreadsheets</a:t>
            </a:r>
            <a:r>
              <a:rPr lang="sk-SK" sz="1425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sk-SK" sz="1425" err="1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takes</a:t>
            </a:r>
            <a:r>
              <a:rPr lang="sk-SK" sz="1425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sk-SK" sz="1425" err="1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time</a:t>
            </a:r>
            <a:r>
              <a:rPr lang="sk-SK" sz="1425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and </a:t>
            </a:r>
            <a:r>
              <a:rPr lang="sk-SK" sz="1425" err="1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slows</a:t>
            </a:r>
            <a:r>
              <a:rPr lang="sk-SK" sz="1425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sk-SK" sz="1425" err="1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down</a:t>
            </a:r>
            <a:r>
              <a:rPr lang="sk-SK" sz="1425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sk-SK" sz="1425" err="1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the</a:t>
            </a:r>
            <a:r>
              <a:rPr lang="sk-SK" sz="1425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sk-SK" sz="1425" err="1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whole</a:t>
            </a:r>
            <a:r>
              <a:rPr lang="sk-SK" sz="1425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sk-SK" sz="1425" err="1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process</a:t>
            </a:r>
            <a:r>
              <a:rPr lang="sk-SK" sz="1425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4711749" y="3219598"/>
            <a:ext cx="2907082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Human Error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4711749" y="3743473"/>
            <a:ext cx="2768649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425" err="1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Unreadable</a:t>
            </a:r>
            <a:r>
              <a:rPr lang="sk-SK" sz="1425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handwriting </a:t>
            </a:r>
            <a:r>
              <a:rPr lang="sk-SK" sz="1425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or </a:t>
            </a:r>
            <a:r>
              <a:rPr lang="en-US" sz="1425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lost paper records directly result in inaccurate payroll calculations, </a:t>
            </a:r>
            <a:r>
              <a:rPr lang="sk-SK" sz="1425" err="1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leading</a:t>
            </a:r>
            <a:r>
              <a:rPr lang="sk-SK" sz="1425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to </a:t>
            </a:r>
            <a:r>
              <a:rPr lang="sk-SK" sz="1425" err="1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disagreements</a:t>
            </a:r>
            <a:r>
              <a:rPr lang="sk-SK" sz="1425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sk-SK" sz="1425" err="1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with</a:t>
            </a:r>
            <a:r>
              <a:rPr lang="sk-SK" sz="1425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sk-SK" sz="1425" err="1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seasonal</a:t>
            </a:r>
            <a:r>
              <a:rPr lang="sk-SK" sz="1425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sk-SK" sz="1425" err="1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workers</a:t>
            </a:r>
            <a:r>
              <a:rPr lang="sk-SK" sz="1425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356699" y="3219598"/>
            <a:ext cx="2907082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Zero Visibility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356699" y="3743473"/>
            <a:ext cx="2768649" cy="1403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9929"/>
              </a:lnSpc>
            </a:pPr>
            <a:r>
              <a:rPr lang="sk-SK" sz="1425" err="1">
                <a:solidFill>
                  <a:srgbClr val="9CA3AF"/>
                </a:solidFill>
                <a:latin typeface="Lato"/>
                <a:ea typeface="Lato"/>
                <a:cs typeface="Lato"/>
              </a:rPr>
              <a:t>Executive</a:t>
            </a:r>
            <a:r>
              <a:rPr lang="sk-SK" sz="1425">
                <a:solidFill>
                  <a:srgbClr val="9CA3AF"/>
                </a:solidFill>
                <a:latin typeface="Lato"/>
                <a:ea typeface="Lato"/>
                <a:cs typeface="Lato"/>
              </a:rPr>
              <a:t> management </a:t>
            </a:r>
            <a:r>
              <a:rPr lang="en-US" sz="1425">
                <a:solidFill>
                  <a:srgbClr val="9CA3AF"/>
                </a:solidFill>
                <a:latin typeface="Lato"/>
                <a:ea typeface="Lato"/>
                <a:cs typeface="Lato"/>
              </a:rPr>
              <a:t>do not have real-time information about worker performance, harvest progress, or total output.</a:t>
            </a:r>
            <a:endParaRPr/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66800" y="2657623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11749" y="2657623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56699" y="2657623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1039653" y="1056017"/>
            <a:ext cx="1094136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CURRENT </a:t>
            </a:r>
            <a:r>
              <a:rPr lang="sk-SK" sz="24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SITUATION</a:t>
            </a:r>
            <a:endParaRPr sz="1100"/>
          </a:p>
        </p:txBody>
      </p:sp>
      <p:sp>
        <p:nvSpPr>
          <p:cNvPr id="108" name="Google Shape;108;p14"/>
          <p:cNvSpPr/>
          <p:nvPr/>
        </p:nvSpPr>
        <p:spPr>
          <a:xfrm>
            <a:off x="771525" y="581025"/>
            <a:ext cx="57150" cy="542925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7;p14">
            <a:extLst>
              <a:ext uri="{FF2B5EF4-FFF2-40B4-BE49-F238E27FC236}">
                <a16:creationId xmlns:a16="http://schemas.microsoft.com/office/drawing/2014/main" id="{BEE69706-9543-0418-07A7-D56391F9E203}"/>
              </a:ext>
            </a:extLst>
          </p:cNvPr>
          <p:cNvSpPr txBox="1"/>
          <p:nvPr/>
        </p:nvSpPr>
        <p:spPr>
          <a:xfrm>
            <a:off x="1039653" y="581025"/>
            <a:ext cx="10941367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285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PROBLEM AREA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0E"/>
        </a:solidFill>
        <a:effectLst/>
      </p:bgPr>
    </p:bg>
    <p:spTree>
      <p:nvGrpSpPr>
        <p:cNvPr id="1" name="Shape 112">
          <a:extLst>
            <a:ext uri="{FF2B5EF4-FFF2-40B4-BE49-F238E27FC236}">
              <a16:creationId xmlns:a16="http://schemas.microsoft.com/office/drawing/2014/main" id="{D9DCAF81-B87F-4649-035E-4750BB5AE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 descr="image.png">
            <a:extLst>
              <a:ext uri="{FF2B5EF4-FFF2-40B4-BE49-F238E27FC236}">
                <a16:creationId xmlns:a16="http://schemas.microsoft.com/office/drawing/2014/main" id="{C5B4EB6D-E119-047B-8604-90E345F161D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>
            <a:extLst>
              <a:ext uri="{FF2B5EF4-FFF2-40B4-BE49-F238E27FC236}">
                <a16:creationId xmlns:a16="http://schemas.microsoft.com/office/drawing/2014/main" id="{A6C7AE52-830E-6E3B-AA12-89600360AEC2}"/>
              </a:ext>
            </a:extLst>
          </p:cNvPr>
          <p:cNvSpPr txBox="1"/>
          <p:nvPr/>
        </p:nvSpPr>
        <p:spPr>
          <a:xfrm>
            <a:off x="1000125" y="581025"/>
            <a:ext cx="5350668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285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PROJECT IDEA</a:t>
            </a:r>
            <a:endParaRPr/>
          </a:p>
        </p:txBody>
      </p:sp>
      <p:sp>
        <p:nvSpPr>
          <p:cNvPr id="115" name="Google Shape;115;p15">
            <a:extLst>
              <a:ext uri="{FF2B5EF4-FFF2-40B4-BE49-F238E27FC236}">
                <a16:creationId xmlns:a16="http://schemas.microsoft.com/office/drawing/2014/main" id="{9EC3E139-5CBB-747F-F4A4-8BDF25E01999}"/>
              </a:ext>
            </a:extLst>
          </p:cNvPr>
          <p:cNvSpPr/>
          <p:nvPr/>
        </p:nvSpPr>
        <p:spPr>
          <a:xfrm>
            <a:off x="771525" y="581025"/>
            <a:ext cx="57150" cy="108585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>
            <a:extLst>
              <a:ext uri="{FF2B5EF4-FFF2-40B4-BE49-F238E27FC236}">
                <a16:creationId xmlns:a16="http://schemas.microsoft.com/office/drawing/2014/main" id="{F0009481-9765-8B5E-F5C1-3FFE2440E930}"/>
              </a:ext>
            </a:extLst>
          </p:cNvPr>
          <p:cNvSpPr txBox="1"/>
          <p:nvPr/>
        </p:nvSpPr>
        <p:spPr>
          <a:xfrm>
            <a:off x="771525" y="2552104"/>
            <a:ext cx="4990623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950" b="0" i="0" u="none" strike="noStrike" cap="none" err="1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Harvest</a:t>
            </a:r>
            <a:r>
              <a:rPr lang="sk-SK" sz="1950" err="1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Pay</a:t>
            </a:r>
            <a:endParaRPr/>
          </a:p>
        </p:txBody>
      </p:sp>
      <p:sp>
        <p:nvSpPr>
          <p:cNvPr id="2" name="Google Shape;107;p14">
            <a:extLst>
              <a:ext uri="{FF2B5EF4-FFF2-40B4-BE49-F238E27FC236}">
                <a16:creationId xmlns:a16="http://schemas.microsoft.com/office/drawing/2014/main" id="{91A5DD86-26EE-A61D-3908-36027D156C00}"/>
              </a:ext>
            </a:extLst>
          </p:cNvPr>
          <p:cNvSpPr txBox="1"/>
          <p:nvPr/>
        </p:nvSpPr>
        <p:spPr>
          <a:xfrm>
            <a:off x="1000125" y="1091090"/>
            <a:ext cx="1094136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240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OUR SOLUTION</a:t>
            </a:r>
            <a:endParaRPr sz="1100"/>
          </a:p>
        </p:txBody>
      </p:sp>
      <p:sp>
        <p:nvSpPr>
          <p:cNvPr id="4" name="Google Shape;117;p15">
            <a:extLst>
              <a:ext uri="{FF2B5EF4-FFF2-40B4-BE49-F238E27FC236}">
                <a16:creationId xmlns:a16="http://schemas.microsoft.com/office/drawing/2014/main" id="{164DBD87-64B4-110E-820D-CB4D64F0535C}"/>
              </a:ext>
            </a:extLst>
          </p:cNvPr>
          <p:cNvSpPr txBox="1"/>
          <p:nvPr/>
        </p:nvSpPr>
        <p:spPr>
          <a:xfrm>
            <a:off x="771524" y="2925938"/>
            <a:ext cx="4990623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sk-SK">
                <a:solidFill>
                  <a:srgbClr val="9CA3AF"/>
                </a:solidFill>
                <a:latin typeface="Lato"/>
                <a:ea typeface="Lato"/>
                <a:cs typeface="Lato"/>
              </a:rPr>
              <a:t>NFC </a:t>
            </a:r>
            <a:r>
              <a:rPr lang="sk-SK" err="1">
                <a:solidFill>
                  <a:srgbClr val="9CA3AF"/>
                </a:solidFill>
                <a:latin typeface="Lato"/>
                <a:ea typeface="Lato"/>
                <a:cs typeface="Lato"/>
              </a:rPr>
              <a:t>Wristbands</a:t>
            </a:r>
            <a:r>
              <a:rPr lang="sk-SK">
                <a:solidFill>
                  <a:srgbClr val="9CA3AF"/>
                </a:solidFill>
                <a:latin typeface="Lato"/>
                <a:ea typeface="Lato"/>
                <a:cs typeface="Lato"/>
              </a:rPr>
              <a:t> </a:t>
            </a:r>
            <a:r>
              <a:rPr lang="sk-SK" err="1">
                <a:solidFill>
                  <a:srgbClr val="9CA3AF"/>
                </a:solidFill>
                <a:latin typeface="Lato"/>
                <a:ea typeface="Lato"/>
                <a:cs typeface="Lato"/>
              </a:rPr>
              <a:t>for</a:t>
            </a:r>
            <a:r>
              <a:rPr lang="sk-SK">
                <a:solidFill>
                  <a:srgbClr val="9CA3AF"/>
                </a:solidFill>
                <a:latin typeface="Lato"/>
                <a:ea typeface="Lato"/>
                <a:cs typeface="Lato"/>
              </a:rPr>
              <a:t> </a:t>
            </a:r>
            <a:r>
              <a:rPr lang="sk-SK" err="1">
                <a:solidFill>
                  <a:srgbClr val="9CA3AF"/>
                </a:solidFill>
                <a:latin typeface="Lato"/>
                <a:ea typeface="Lato"/>
                <a:cs typeface="Lato"/>
              </a:rPr>
              <a:t>workers</a:t>
            </a:r>
            <a:endParaRPr lang="sk-SK">
              <a:solidFill>
                <a:srgbClr val="9CA3AF"/>
              </a:solidFill>
              <a:latin typeface="Lato"/>
              <a:ea typeface="Lato"/>
              <a:cs typeface="Lato"/>
            </a:endParaRP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sk-SK">
                <a:solidFill>
                  <a:srgbClr val="9CA3AF"/>
                </a:solidFill>
                <a:latin typeface="Lato"/>
                <a:ea typeface="Lato"/>
                <a:cs typeface="Lato"/>
              </a:rPr>
              <a:t>Mobile </a:t>
            </a:r>
            <a:r>
              <a:rPr lang="sk-SK" err="1">
                <a:solidFill>
                  <a:srgbClr val="9CA3AF"/>
                </a:solidFill>
                <a:latin typeface="Lato"/>
                <a:ea typeface="Lato"/>
                <a:cs typeface="Lato"/>
              </a:rPr>
              <a:t>scanning</a:t>
            </a:r>
            <a:r>
              <a:rPr lang="sk-SK">
                <a:solidFill>
                  <a:srgbClr val="9CA3AF"/>
                </a:solidFill>
                <a:latin typeface="Lato"/>
                <a:ea typeface="Lato"/>
                <a:cs typeface="Lato"/>
              </a:rPr>
              <a:t> at </a:t>
            </a:r>
            <a:r>
              <a:rPr lang="sk-SK" err="1">
                <a:solidFill>
                  <a:srgbClr val="9CA3AF"/>
                </a:solidFill>
                <a:latin typeface="Lato"/>
                <a:ea typeface="Lato"/>
                <a:cs typeface="Lato"/>
              </a:rPr>
              <a:t>weigh</a:t>
            </a:r>
            <a:r>
              <a:rPr lang="sk-SK">
                <a:solidFill>
                  <a:srgbClr val="9CA3AF"/>
                </a:solidFill>
                <a:latin typeface="Lato"/>
                <a:ea typeface="Lato"/>
                <a:cs typeface="Lato"/>
              </a:rPr>
              <a:t> </a:t>
            </a:r>
            <a:r>
              <a:rPr lang="sk-SK" err="1">
                <a:solidFill>
                  <a:srgbClr val="9CA3AF"/>
                </a:solidFill>
                <a:latin typeface="Lato"/>
                <a:ea typeface="Lato"/>
                <a:cs typeface="Lato"/>
              </a:rPr>
              <a:t>stations</a:t>
            </a:r>
            <a:endParaRPr lang="sk-SK">
              <a:solidFill>
                <a:srgbClr val="9CA3AF"/>
              </a:solidFill>
              <a:latin typeface="Lato"/>
              <a:ea typeface="Lato"/>
              <a:cs typeface="Lato"/>
            </a:endParaRP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sk-SK" err="1">
                <a:solidFill>
                  <a:srgbClr val="9CA3AF"/>
                </a:solidFill>
                <a:latin typeface="Lato"/>
                <a:ea typeface="Lato"/>
                <a:cs typeface="Lato"/>
              </a:rPr>
              <a:t>Automatic</a:t>
            </a:r>
            <a:r>
              <a:rPr lang="sk-SK">
                <a:solidFill>
                  <a:srgbClr val="9CA3AF"/>
                </a:solidFill>
                <a:latin typeface="Lato"/>
                <a:ea typeface="Lato"/>
                <a:cs typeface="Lato"/>
              </a:rPr>
              <a:t> </a:t>
            </a:r>
            <a:r>
              <a:rPr lang="sk-SK" err="1">
                <a:solidFill>
                  <a:srgbClr val="9CA3AF"/>
                </a:solidFill>
                <a:latin typeface="Lato"/>
                <a:ea typeface="Lato"/>
                <a:cs typeface="Lato"/>
              </a:rPr>
              <a:t>data</a:t>
            </a:r>
            <a:r>
              <a:rPr lang="sk-SK">
                <a:solidFill>
                  <a:srgbClr val="9CA3AF"/>
                </a:solidFill>
                <a:latin typeface="Lato"/>
                <a:ea typeface="Lato"/>
                <a:cs typeface="Lato"/>
              </a:rPr>
              <a:t> transfer to </a:t>
            </a:r>
            <a:r>
              <a:rPr lang="sk-SK" err="1">
                <a:solidFill>
                  <a:srgbClr val="9CA3AF"/>
                </a:solidFill>
                <a:latin typeface="Lato"/>
                <a:ea typeface="Lato"/>
                <a:cs typeface="Lato"/>
              </a:rPr>
              <a:t>cloud</a:t>
            </a:r>
            <a:endParaRPr lang="sk-SK">
              <a:solidFill>
                <a:srgbClr val="9CA3AF"/>
              </a:solidFill>
              <a:latin typeface="Lato"/>
              <a:ea typeface="Lato"/>
              <a:cs typeface="Lato"/>
            </a:endParaRP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sk-SK">
                <a:solidFill>
                  <a:srgbClr val="9CA3AF"/>
                </a:solidFill>
                <a:latin typeface="Lato"/>
                <a:ea typeface="Lato"/>
                <a:cs typeface="Lato"/>
              </a:rPr>
              <a:t>Manager </a:t>
            </a:r>
            <a:r>
              <a:rPr lang="sk-SK" err="1">
                <a:solidFill>
                  <a:srgbClr val="9CA3AF"/>
                </a:solidFill>
                <a:latin typeface="Lato"/>
                <a:ea typeface="Lato"/>
                <a:cs typeface="Lato"/>
              </a:rPr>
              <a:t>dashboard</a:t>
            </a:r>
            <a:r>
              <a:rPr lang="sk-SK">
                <a:solidFill>
                  <a:srgbClr val="9CA3AF"/>
                </a:solidFill>
                <a:latin typeface="Lato"/>
                <a:ea typeface="Lato"/>
                <a:cs typeface="Lato"/>
              </a:rPr>
              <a:t> </a:t>
            </a:r>
            <a:r>
              <a:rPr lang="sk-SK" err="1">
                <a:solidFill>
                  <a:srgbClr val="9CA3AF"/>
                </a:solidFill>
                <a:latin typeface="Lato"/>
                <a:ea typeface="Lato"/>
                <a:cs typeface="Lato"/>
              </a:rPr>
              <a:t>with</a:t>
            </a:r>
            <a:r>
              <a:rPr lang="sk-SK">
                <a:solidFill>
                  <a:srgbClr val="9CA3AF"/>
                </a:solidFill>
                <a:latin typeface="Lato"/>
                <a:ea typeface="Lato"/>
                <a:cs typeface="Lato"/>
              </a:rPr>
              <a:t> </a:t>
            </a:r>
            <a:r>
              <a:rPr lang="sk-SK" err="1">
                <a:solidFill>
                  <a:srgbClr val="9CA3AF"/>
                </a:solidFill>
                <a:latin typeface="Lato"/>
                <a:ea typeface="Lato"/>
                <a:cs typeface="Lato"/>
              </a:rPr>
              <a:t>real-time</a:t>
            </a:r>
            <a:r>
              <a:rPr lang="sk-SK">
                <a:solidFill>
                  <a:srgbClr val="9CA3AF"/>
                </a:solidFill>
                <a:latin typeface="Lato"/>
                <a:ea typeface="Lato"/>
                <a:cs typeface="Lato"/>
              </a:rPr>
              <a:t> </a:t>
            </a:r>
            <a:r>
              <a:rPr lang="sk-SK" err="1">
                <a:solidFill>
                  <a:srgbClr val="9CA3AF"/>
                </a:solidFill>
                <a:latin typeface="Lato"/>
                <a:ea typeface="Lato"/>
                <a:cs typeface="Lato"/>
              </a:rPr>
              <a:t>overview</a:t>
            </a:r>
            <a:endParaRPr lang="sk-SK">
              <a:solidFill>
                <a:srgbClr val="9CA3AF"/>
              </a:solidFill>
              <a:latin typeface="Lato"/>
              <a:ea typeface="Lato"/>
              <a:cs typeface="Lato"/>
            </a:endParaRP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Courier New" panose="02070309020205020404" pitchFamily="49" charset="0"/>
              <a:buChar char="o"/>
            </a:pPr>
            <a:endParaRPr lang="sk-SK">
              <a:solidFill>
                <a:srgbClr val="9CA3AF"/>
              </a:solidFill>
              <a:latin typeface="Lato"/>
              <a:ea typeface="Lato"/>
              <a:cs typeface="Lato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</a:pPr>
            <a:endParaRPr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B918BA2-7685-DFC1-17C4-544722955B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43" y="4938682"/>
            <a:ext cx="4704873" cy="156829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01A59E9-B208-009A-85B8-290DE5042A3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5317" t="1056" r="3106"/>
          <a:stretch>
            <a:fillRect/>
          </a:stretch>
        </p:blipFill>
        <p:spPr>
          <a:xfrm>
            <a:off x="5610159" y="72428"/>
            <a:ext cx="6581841" cy="6785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955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0E"/>
        </a:solidFill>
        <a:effectLst/>
      </p:bgPr>
    </p:bg>
    <p:spTree>
      <p:nvGrpSpPr>
        <p:cNvPr id="1" name="Shape 93">
          <a:extLst>
            <a:ext uri="{FF2B5EF4-FFF2-40B4-BE49-F238E27FC236}">
              <a16:creationId xmlns:a16="http://schemas.microsoft.com/office/drawing/2014/main" id="{42DC90FC-17EB-168A-CEB5-B79F957AA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>
            <a:extLst>
              <a:ext uri="{FF2B5EF4-FFF2-40B4-BE49-F238E27FC236}">
                <a16:creationId xmlns:a16="http://schemas.microsoft.com/office/drawing/2014/main" id="{D42AAE60-F90E-5F89-8B57-4633F09391D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>
            <a:extLst>
              <a:ext uri="{FF2B5EF4-FFF2-40B4-BE49-F238E27FC236}">
                <a16:creationId xmlns:a16="http://schemas.microsoft.com/office/drawing/2014/main" id="{3A8CDE93-1B8E-939E-7328-4A73FEEF7D7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2634991"/>
            <a:ext cx="2475841" cy="3380928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>
            <a:extLst>
              <a:ext uri="{FF2B5EF4-FFF2-40B4-BE49-F238E27FC236}">
                <a16:creationId xmlns:a16="http://schemas.microsoft.com/office/drawing/2014/main" id="{32A129CE-3FED-5CAB-B267-CC825CE9923F}"/>
              </a:ext>
            </a:extLst>
          </p:cNvPr>
          <p:cNvSpPr txBox="1"/>
          <p:nvPr/>
        </p:nvSpPr>
        <p:spPr>
          <a:xfrm>
            <a:off x="981122" y="4577620"/>
            <a:ext cx="2056646" cy="900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Faster data collection and processing</a:t>
            </a:r>
          </a:p>
        </p:txBody>
      </p:sp>
      <p:sp>
        <p:nvSpPr>
          <p:cNvPr id="108" name="Google Shape;108;p14">
            <a:extLst>
              <a:ext uri="{FF2B5EF4-FFF2-40B4-BE49-F238E27FC236}">
                <a16:creationId xmlns:a16="http://schemas.microsoft.com/office/drawing/2014/main" id="{8E6F6508-6D70-189E-6507-34CC5CA2D097}"/>
              </a:ext>
            </a:extLst>
          </p:cNvPr>
          <p:cNvSpPr/>
          <p:nvPr/>
        </p:nvSpPr>
        <p:spPr>
          <a:xfrm>
            <a:off x="771525" y="581025"/>
            <a:ext cx="57150" cy="542925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7;p14">
            <a:extLst>
              <a:ext uri="{FF2B5EF4-FFF2-40B4-BE49-F238E27FC236}">
                <a16:creationId xmlns:a16="http://schemas.microsoft.com/office/drawing/2014/main" id="{E8E79E8D-C62A-FFD9-9ED8-CEE3C56CC71C}"/>
              </a:ext>
            </a:extLst>
          </p:cNvPr>
          <p:cNvSpPr txBox="1"/>
          <p:nvPr/>
        </p:nvSpPr>
        <p:spPr>
          <a:xfrm>
            <a:off x="1039653" y="581025"/>
            <a:ext cx="10941367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285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PROJECT GOAL and BENEFITS</a:t>
            </a:r>
            <a:endParaRPr/>
          </a:p>
        </p:txBody>
      </p:sp>
      <p:sp>
        <p:nvSpPr>
          <p:cNvPr id="3" name="Google Shape;99;p14">
            <a:extLst>
              <a:ext uri="{FF2B5EF4-FFF2-40B4-BE49-F238E27FC236}">
                <a16:creationId xmlns:a16="http://schemas.microsoft.com/office/drawing/2014/main" id="{6BE6C078-8A98-13EB-3351-C1E33D38B169}"/>
              </a:ext>
            </a:extLst>
          </p:cNvPr>
          <p:cNvSpPr txBox="1"/>
          <p:nvPr/>
        </p:nvSpPr>
        <p:spPr>
          <a:xfrm>
            <a:off x="771525" y="1546688"/>
            <a:ext cx="967656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-SK" sz="2000" b="1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Goal</a:t>
            </a:r>
            <a:r>
              <a:rPr lang="sk-SK" sz="2000" b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sk-SK" sz="2000" b="1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Replace</a:t>
            </a:r>
            <a:r>
              <a:rPr lang="sk-SK" sz="2000" b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sk-SK" sz="2000" b="1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manual</a:t>
            </a:r>
            <a:r>
              <a:rPr lang="sk-SK" sz="2000" b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sk-SK" sz="2000" b="1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processes</a:t>
            </a:r>
            <a:r>
              <a:rPr lang="sk-SK" sz="2000" b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sk-SK" sz="2000" b="1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with</a:t>
            </a:r>
            <a:r>
              <a:rPr lang="sk-SK" sz="2000" b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sk-SK" sz="2000" b="1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modern</a:t>
            </a:r>
            <a:r>
              <a:rPr lang="sk-SK" sz="2000" b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sk-SK" sz="2000" b="1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reliable</a:t>
            </a:r>
            <a:r>
              <a:rPr lang="sk-SK" sz="2000" b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and transparent </a:t>
            </a:r>
            <a:r>
              <a:rPr lang="sk-SK" sz="2000" b="1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solution</a:t>
            </a:r>
            <a:r>
              <a:rPr lang="sk-SK" sz="2000" b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2000" b="1">
              <a:solidFill>
                <a:schemeClr val="bg1"/>
              </a:solidFill>
            </a:endParaRPr>
          </a:p>
        </p:txBody>
      </p:sp>
      <p:pic>
        <p:nvPicPr>
          <p:cNvPr id="6" name="Google Shape;95;p14" descr="image.png">
            <a:extLst>
              <a:ext uri="{FF2B5EF4-FFF2-40B4-BE49-F238E27FC236}">
                <a16:creationId xmlns:a16="http://schemas.microsoft.com/office/drawing/2014/main" id="{09F65C78-D363-D4C7-D9B2-692D65CBF57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56963" y="2634991"/>
            <a:ext cx="2475841" cy="338092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98;p14">
            <a:extLst>
              <a:ext uri="{FF2B5EF4-FFF2-40B4-BE49-F238E27FC236}">
                <a16:creationId xmlns:a16="http://schemas.microsoft.com/office/drawing/2014/main" id="{E0CFAB91-4E77-3D3E-B46F-B7BD2A12913E}"/>
              </a:ext>
            </a:extLst>
          </p:cNvPr>
          <p:cNvSpPr txBox="1"/>
          <p:nvPr/>
        </p:nvSpPr>
        <p:spPr>
          <a:xfrm>
            <a:off x="3666560" y="4577620"/>
            <a:ext cx="2056646" cy="900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950" b="0" i="0" u="none" strike="noStrike" cap="none" err="1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Less</a:t>
            </a:r>
            <a:r>
              <a:rPr lang="sk-SK" sz="195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sk-SK" sz="1950" b="0" i="0" u="none" strike="noStrike" cap="none" err="1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errors</a:t>
            </a:r>
            <a:r>
              <a:rPr lang="sk-SK" sz="195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and </a:t>
            </a:r>
            <a:r>
              <a:rPr lang="sk-SK" sz="1950" b="0" i="0" u="none" strike="noStrike" cap="none" err="1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higher</a:t>
            </a:r>
            <a:r>
              <a:rPr lang="sk-SK" sz="195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sk-SK" sz="1950" b="0" i="0" u="none" strike="noStrike" cap="none" err="1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data</a:t>
            </a:r>
            <a:r>
              <a:rPr lang="sk-SK" sz="195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sk-SK" sz="1950" b="0" i="0" u="none" strike="noStrike" cap="none" err="1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accuracy</a:t>
            </a:r>
            <a:endParaRPr lang="en-US" sz="1950" b="0" i="0" u="none" strike="noStrike" cap="none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8" name="Google Shape;95;p14" descr="image.png">
            <a:extLst>
              <a:ext uri="{FF2B5EF4-FFF2-40B4-BE49-F238E27FC236}">
                <a16:creationId xmlns:a16="http://schemas.microsoft.com/office/drawing/2014/main" id="{C5722D99-DF0F-4491-E459-A81F1B85765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42401" y="2634991"/>
            <a:ext cx="2475841" cy="3380928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8;p14">
            <a:extLst>
              <a:ext uri="{FF2B5EF4-FFF2-40B4-BE49-F238E27FC236}">
                <a16:creationId xmlns:a16="http://schemas.microsoft.com/office/drawing/2014/main" id="{AB80CE33-6A56-1525-FDDF-7B616D262C32}"/>
              </a:ext>
            </a:extLst>
          </p:cNvPr>
          <p:cNvSpPr txBox="1"/>
          <p:nvPr/>
        </p:nvSpPr>
        <p:spPr>
          <a:xfrm>
            <a:off x="6351998" y="4577620"/>
            <a:ext cx="2056646" cy="900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95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Fair and transparent </a:t>
            </a:r>
            <a:r>
              <a:rPr lang="sk-SK" sz="1950" b="0" i="0" u="none" strike="noStrike" cap="none" err="1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payments</a:t>
            </a:r>
            <a:endParaRPr lang="en-US" sz="1950" b="0" i="0" u="none" strike="noStrike" cap="none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10" name="Google Shape;95;p14" descr="image.png">
            <a:extLst>
              <a:ext uri="{FF2B5EF4-FFF2-40B4-BE49-F238E27FC236}">
                <a16:creationId xmlns:a16="http://schemas.microsoft.com/office/drawing/2014/main" id="{2EF3974E-F668-AFD9-0EFA-FABADD4FC76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27839" y="2634991"/>
            <a:ext cx="2475841" cy="338092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98;p14">
            <a:extLst>
              <a:ext uri="{FF2B5EF4-FFF2-40B4-BE49-F238E27FC236}">
                <a16:creationId xmlns:a16="http://schemas.microsoft.com/office/drawing/2014/main" id="{406A0B1A-67E2-E106-4B70-08984F82C01E}"/>
              </a:ext>
            </a:extLst>
          </p:cNvPr>
          <p:cNvSpPr txBox="1"/>
          <p:nvPr/>
        </p:nvSpPr>
        <p:spPr>
          <a:xfrm>
            <a:off x="9037436" y="4577620"/>
            <a:ext cx="2056646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950" b="0" i="0" u="none" strike="noStrike" cap="none" err="1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Better</a:t>
            </a:r>
            <a:r>
              <a:rPr lang="sk-SK" sz="195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sk-SK" sz="1950" b="0" i="0" u="none" strike="noStrike" cap="none" err="1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overview</a:t>
            </a:r>
            <a:r>
              <a:rPr lang="sk-SK" sz="195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sk-SK" sz="1950" b="0" i="0" u="none" strike="noStrike" cap="none" err="1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for</a:t>
            </a:r>
            <a:r>
              <a:rPr lang="sk-SK" sz="195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sk-SK" sz="1950" b="0" i="0" u="none" strike="noStrike" cap="none" err="1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managers</a:t>
            </a:r>
            <a:endParaRPr lang="en-US" sz="1950" b="0" i="0" u="none" strike="noStrike" cap="none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74A51F6-73D4-0236-95BF-BB1E53AA5E2A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1431052" y="3047717"/>
            <a:ext cx="1140737" cy="114073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DF779DB-88C0-AC73-9558-980B7ABB124C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</a:blip>
          <a:stretch>
            <a:fillRect/>
          </a:stretch>
        </p:blipFill>
        <p:spPr>
          <a:xfrm>
            <a:off x="4155373" y="3089746"/>
            <a:ext cx="1098708" cy="109870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F21BA59-E060-9069-08B4-107982A8AC84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</a:blip>
          <a:stretch>
            <a:fillRect/>
          </a:stretch>
        </p:blipFill>
        <p:spPr>
          <a:xfrm>
            <a:off x="6831757" y="3089746"/>
            <a:ext cx="1098709" cy="109870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1F6A164-E803-DEE1-71E0-407A993719B2}"/>
              </a:ext>
            </a:extLst>
          </p:cNvPr>
          <p:cNvPicPr>
            <a:picLocks noChangeAspect="1"/>
          </p:cNvPicPr>
          <p:nvPr/>
        </p:nvPicPr>
        <p:blipFill>
          <a:blip r:embed="rId8">
            <a:lum bright="70000" contrast="-70000"/>
          </a:blip>
          <a:stretch>
            <a:fillRect/>
          </a:stretch>
        </p:blipFill>
        <p:spPr>
          <a:xfrm>
            <a:off x="9524438" y="3089745"/>
            <a:ext cx="1098709" cy="1098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780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0E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226;p22" descr="image.png">
            <a:extLst>
              <a:ext uri="{FF2B5EF4-FFF2-40B4-BE49-F238E27FC236}">
                <a16:creationId xmlns:a16="http://schemas.microsoft.com/office/drawing/2014/main" id="{4FA7B4E6-57BF-7B25-E5DE-B7FB242F151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202868" y="2538412"/>
            <a:ext cx="50387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0" b="1" i="0" u="none" strike="noStrike" cap="none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70%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202868" y="3490912"/>
            <a:ext cx="503872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1350">
                <a:solidFill>
                  <a:srgbClr val="FFFFFF"/>
                </a:solidFill>
                <a:latin typeface="Lato"/>
                <a:ea typeface="Lato"/>
                <a:cs typeface="Lato"/>
              </a:rPr>
              <a:t>LESS PAPEWORK</a:t>
            </a:r>
          </a:p>
        </p:txBody>
      </p:sp>
      <p:sp>
        <p:nvSpPr>
          <p:cNvPr id="130" name="Google Shape;130;p16"/>
          <p:cNvSpPr txBox="1"/>
          <p:nvPr/>
        </p:nvSpPr>
        <p:spPr>
          <a:xfrm>
            <a:off x="3580689" y="2546089"/>
            <a:ext cx="50387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0" b="1" i="0" u="none" strike="noStrike" cap="none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99%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3580689" y="3487216"/>
            <a:ext cx="503872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1350">
                <a:solidFill>
                  <a:srgbClr val="FFFFFF"/>
                </a:solidFill>
                <a:latin typeface="Lato"/>
                <a:ea typeface="Lato"/>
                <a:cs typeface="Lato"/>
              </a:rPr>
              <a:t>PAYROLL ACCURANCY</a:t>
            </a:r>
          </a:p>
        </p:txBody>
      </p:sp>
      <p:sp>
        <p:nvSpPr>
          <p:cNvPr id="132" name="Google Shape;132;p16"/>
          <p:cNvSpPr txBox="1"/>
          <p:nvPr/>
        </p:nvSpPr>
        <p:spPr>
          <a:xfrm>
            <a:off x="1000125" y="581025"/>
            <a:ext cx="10941367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850">
                <a:solidFill>
                  <a:srgbClr val="FFFFFF"/>
                </a:solidFill>
                <a:latin typeface="Poppins SemiBold"/>
                <a:cs typeface="Poppins SemiBold"/>
              </a:rPr>
              <a:t>Project objectives</a:t>
            </a:r>
          </a:p>
        </p:txBody>
      </p:sp>
      <p:sp>
        <p:nvSpPr>
          <p:cNvPr id="133" name="Google Shape;133;p16"/>
          <p:cNvSpPr/>
          <p:nvPr/>
        </p:nvSpPr>
        <p:spPr>
          <a:xfrm>
            <a:off x="771525" y="581025"/>
            <a:ext cx="57150" cy="542925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30;p16">
            <a:extLst>
              <a:ext uri="{FF2B5EF4-FFF2-40B4-BE49-F238E27FC236}">
                <a16:creationId xmlns:a16="http://schemas.microsoft.com/office/drawing/2014/main" id="{7D700B9B-E2E4-BEE3-C7E4-47D1E3D9E5DC}"/>
              </a:ext>
            </a:extLst>
          </p:cNvPr>
          <p:cNvSpPr txBox="1"/>
          <p:nvPr/>
        </p:nvSpPr>
        <p:spPr>
          <a:xfrm>
            <a:off x="7352610" y="2489222"/>
            <a:ext cx="5038725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0" b="1">
                <a:solidFill>
                  <a:srgbClr val="A3E635"/>
                </a:solidFill>
              </a:rPr>
              <a:t>€</a:t>
            </a:r>
            <a:r>
              <a:rPr lang="en-US" sz="6750" b="1">
                <a:solidFill>
                  <a:srgbClr val="A3E635"/>
                </a:solidFill>
                <a:latin typeface="Poppins"/>
                <a:cs typeface="Poppins"/>
              </a:rPr>
              <a:t>60K</a:t>
            </a:r>
            <a:endParaRPr lang="en-US"/>
          </a:p>
        </p:txBody>
      </p:sp>
      <p:sp>
        <p:nvSpPr>
          <p:cNvPr id="3" name="Google Shape;131;p16">
            <a:extLst>
              <a:ext uri="{FF2B5EF4-FFF2-40B4-BE49-F238E27FC236}">
                <a16:creationId xmlns:a16="http://schemas.microsoft.com/office/drawing/2014/main" id="{DEAC426A-2438-56E4-ACEF-29DD475B9EFB}"/>
              </a:ext>
            </a:extLst>
          </p:cNvPr>
          <p:cNvSpPr txBox="1"/>
          <p:nvPr/>
        </p:nvSpPr>
        <p:spPr>
          <a:xfrm>
            <a:off x="7352610" y="3475842"/>
            <a:ext cx="50387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1350" cap="all">
                <a:solidFill>
                  <a:srgbClr val="F8FAFC"/>
                </a:solidFill>
                <a:highlight>
                  <a:srgbClr val="020617"/>
                </a:highlight>
                <a:latin typeface="Lato"/>
                <a:ea typeface="Lato"/>
                <a:cs typeface="Lato"/>
              </a:rPr>
              <a:t>TOTAL BUDGET CEILING</a:t>
            </a:r>
          </a:p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B57EBE-03AA-786E-DD97-5AFBA67F93FF}"/>
              </a:ext>
            </a:extLst>
          </p:cNvPr>
          <p:cNvSpPr txBox="1"/>
          <p:nvPr/>
        </p:nvSpPr>
        <p:spPr>
          <a:xfrm>
            <a:off x="1103194" y="4389959"/>
            <a:ext cx="9985611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>
                <a:solidFill>
                  <a:schemeClr val="bg1">
                    <a:lumMod val="65000"/>
                  </a:schemeClr>
                </a:solidFill>
                <a:latin typeface="Lato"/>
                <a:ea typeface="Lato"/>
                <a:cs typeface="Lato"/>
              </a:rPr>
              <a:t>By using NFC scanning, we eliminate manual </a:t>
            </a:r>
            <a:r>
              <a:rPr lang="sk-SK" sz="1800" err="1">
                <a:solidFill>
                  <a:schemeClr val="bg1">
                    <a:lumMod val="65000"/>
                  </a:schemeClr>
                </a:solidFill>
                <a:latin typeface="Lato"/>
                <a:ea typeface="Lato"/>
                <a:cs typeface="Lato"/>
              </a:rPr>
              <a:t>paper</a:t>
            </a:r>
            <a:r>
              <a:rPr lang="en-US" sz="1800">
                <a:solidFill>
                  <a:schemeClr val="bg1">
                    <a:lumMod val="65000"/>
                  </a:schemeClr>
                </a:solidFill>
                <a:latin typeface="Lato"/>
                <a:ea typeface="Lato"/>
                <a:cs typeface="Lato"/>
              </a:rPr>
              <a:t> sheets, saving managers hours of evening data entry. We deliver this within a strict €60,000 budget, making digital transformation affordable without compromising quality. Finally, our system guarantees 99% accuracy in payroll calculations, ensuring fair pay for every worker and eliminating costly financial discrepancies.</a:t>
            </a:r>
            <a:endParaRPr lang="en-US" sz="120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0E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541715" y="2495136"/>
            <a:ext cx="5024665" cy="2492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1800">
                <a:solidFill>
                  <a:srgbClr val="9CA3AF"/>
                </a:solidFill>
                <a:latin typeface="Lato"/>
                <a:ea typeface="Lato"/>
                <a:cs typeface="Lato"/>
              </a:rPr>
              <a:t>Our structure follows PRINCE2 to ensure clear accountability. The Project Board is our core: the Winery Owner acts as Executive, the Vineyard Manager as Senior User, and the Lead Developer as Senior Supplier . </a:t>
            </a:r>
            <a:endParaRPr lang="en-US" sz="1800">
              <a:ea typeface="Lato"/>
            </a:endParaRPr>
          </a:p>
          <a:p>
            <a:pPr algn="ctr"/>
            <a:endParaRPr lang="en-US" sz="1800">
              <a:solidFill>
                <a:srgbClr val="9CA3AF"/>
              </a:solidFill>
              <a:latin typeface="Lato"/>
              <a:ea typeface="Lato"/>
              <a:cs typeface="Lato"/>
            </a:endParaRPr>
          </a:p>
          <a:p>
            <a:pPr algn="ctr"/>
            <a:r>
              <a:rPr lang="en-US" sz="1800">
                <a:solidFill>
                  <a:srgbClr val="9CA3AF"/>
                </a:solidFill>
                <a:latin typeface="Lato"/>
                <a:ea typeface="Lato"/>
                <a:cs typeface="Lato"/>
              </a:rPr>
              <a:t>As Project Managers, we coordinate the development team, Backend team and the hardware supplier. </a:t>
            </a:r>
          </a:p>
        </p:txBody>
      </p:sp>
      <p:sp>
        <p:nvSpPr>
          <p:cNvPr id="154" name="Google Shape;154;p17"/>
          <p:cNvSpPr txBox="1"/>
          <p:nvPr/>
        </p:nvSpPr>
        <p:spPr>
          <a:xfrm>
            <a:off x="1000125" y="581025"/>
            <a:ext cx="10941367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PROJECT GOVERNANCE FRAMEWORK</a:t>
            </a:r>
            <a:endParaRPr/>
          </a:p>
        </p:txBody>
      </p:sp>
      <p:sp>
        <p:nvSpPr>
          <p:cNvPr id="155" name="Google Shape;155;p17"/>
          <p:cNvSpPr/>
          <p:nvPr/>
        </p:nvSpPr>
        <p:spPr>
          <a:xfrm>
            <a:off x="771525" y="581025"/>
            <a:ext cx="57150" cy="542925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1AF887-71BA-3141-4012-B9B746CC6E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1826" y="1159253"/>
            <a:ext cx="5950252" cy="516844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0E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26;p22" descr="image.png">
            <a:extLst>
              <a:ext uri="{FF2B5EF4-FFF2-40B4-BE49-F238E27FC236}">
                <a16:creationId xmlns:a16="http://schemas.microsoft.com/office/drawing/2014/main" id="{B7E5FF22-EEF2-CE9C-F933-C11129D8301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771525" y="2082403"/>
            <a:ext cx="1064895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9929"/>
              </a:lnSpc>
            </a:pPr>
            <a:r>
              <a:rPr lang="en-US" b="0" i="0" u="none" strike="noStrike" cap="none">
                <a:solidFill>
                  <a:srgbClr val="9CA3AF"/>
                </a:solidFill>
                <a:ea typeface="Lato"/>
                <a:sym typeface="Lato"/>
              </a:rPr>
              <a:t>We </a:t>
            </a:r>
            <a:r>
              <a:rPr lang="en-US">
                <a:solidFill>
                  <a:srgbClr val="9CA3AF"/>
                </a:solidFill>
                <a:ea typeface="Lato"/>
                <a:sym typeface="Lato"/>
              </a:rPr>
              <a:t>analyzed 12 potential </a:t>
            </a:r>
            <a:r>
              <a:rPr lang="en-US" b="0" i="0" u="none" strike="noStrike" cap="none">
                <a:solidFill>
                  <a:srgbClr val="9CA3AF"/>
                </a:solidFill>
                <a:ea typeface="Lato"/>
                <a:sym typeface="Lato"/>
              </a:rPr>
              <a:t>threats.</a:t>
            </a:r>
            <a:r>
              <a:rPr lang="en-US">
                <a:solidFill>
                  <a:srgbClr val="9CA3AF"/>
                </a:solidFill>
                <a:ea typeface="Lato"/>
                <a:sym typeface="Lato"/>
              </a:rPr>
              <a:t> The highest priority was given to risks with a high impact and a low probability of detection</a:t>
            </a:r>
            <a:endParaRPr lang="en-US"/>
          </a:p>
        </p:txBody>
      </p:sp>
      <p:sp>
        <p:nvSpPr>
          <p:cNvPr id="194" name="Google Shape;194;p19"/>
          <p:cNvSpPr txBox="1"/>
          <p:nvPr/>
        </p:nvSpPr>
        <p:spPr>
          <a:xfrm>
            <a:off x="1000125" y="581025"/>
            <a:ext cx="10941367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PROACTIVE RISK MANAGEMENT (RPN)</a:t>
            </a:r>
            <a:endParaRPr/>
          </a:p>
        </p:txBody>
      </p:sp>
      <p:sp>
        <p:nvSpPr>
          <p:cNvPr id="195" name="Google Shape;195;p19"/>
          <p:cNvSpPr/>
          <p:nvPr/>
        </p:nvSpPr>
        <p:spPr>
          <a:xfrm>
            <a:off x="771525" y="581025"/>
            <a:ext cx="57150" cy="542925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B2A1AFD-3D6B-F830-0CDD-A9CD662928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2265581"/>
              </p:ext>
            </p:extLst>
          </p:nvPr>
        </p:nvGraphicFramePr>
        <p:xfrm>
          <a:off x="580029" y="3195850"/>
          <a:ext cx="4986049" cy="2926257"/>
        </p:xfrm>
        <a:graphic>
          <a:graphicData uri="http://schemas.openxmlformats.org/drawingml/2006/table">
            <a:tbl>
              <a:tblPr bandRow="1">
                <a:tableStyleId>{3A8042FF-D110-4CE3-9172-1BB03A3BBB8C}</a:tableStyleId>
              </a:tblPr>
              <a:tblGrid>
                <a:gridCol w="705133">
                  <a:extLst>
                    <a:ext uri="{9D8B030D-6E8A-4147-A177-3AD203B41FA5}">
                      <a16:colId xmlns:a16="http://schemas.microsoft.com/office/drawing/2014/main" val="3415490078"/>
                    </a:ext>
                  </a:extLst>
                </a:gridCol>
                <a:gridCol w="571637">
                  <a:extLst>
                    <a:ext uri="{9D8B030D-6E8A-4147-A177-3AD203B41FA5}">
                      <a16:colId xmlns:a16="http://schemas.microsoft.com/office/drawing/2014/main" val="4199797057"/>
                    </a:ext>
                  </a:extLst>
                </a:gridCol>
                <a:gridCol w="715777">
                  <a:extLst>
                    <a:ext uri="{9D8B030D-6E8A-4147-A177-3AD203B41FA5}">
                      <a16:colId xmlns:a16="http://schemas.microsoft.com/office/drawing/2014/main" val="708891984"/>
                    </a:ext>
                  </a:extLst>
                </a:gridCol>
                <a:gridCol w="648268">
                  <a:extLst>
                    <a:ext uri="{9D8B030D-6E8A-4147-A177-3AD203B41FA5}">
                      <a16:colId xmlns:a16="http://schemas.microsoft.com/office/drawing/2014/main" val="1996621264"/>
                    </a:ext>
                  </a:extLst>
                </a:gridCol>
                <a:gridCol w="818864">
                  <a:extLst>
                    <a:ext uri="{9D8B030D-6E8A-4147-A177-3AD203B41FA5}">
                      <a16:colId xmlns:a16="http://schemas.microsoft.com/office/drawing/2014/main" val="2942950767"/>
                    </a:ext>
                  </a:extLst>
                </a:gridCol>
                <a:gridCol w="682388">
                  <a:extLst>
                    <a:ext uri="{9D8B030D-6E8A-4147-A177-3AD203B41FA5}">
                      <a16:colId xmlns:a16="http://schemas.microsoft.com/office/drawing/2014/main" val="1779290456"/>
                    </a:ext>
                  </a:extLst>
                </a:gridCol>
                <a:gridCol w="843982">
                  <a:extLst>
                    <a:ext uri="{9D8B030D-6E8A-4147-A177-3AD203B41FA5}">
                      <a16:colId xmlns:a16="http://schemas.microsoft.com/office/drawing/2014/main" val="3768343226"/>
                    </a:ext>
                  </a:extLst>
                </a:gridCol>
              </a:tblGrid>
              <a:tr h="443665">
                <a:tc>
                  <a:txBody>
                    <a:bodyPr/>
                    <a:lstStyle/>
                    <a:p>
                      <a:pPr algn="just">
                        <a:lnSpc>
                          <a:spcPts val="1650"/>
                        </a:lnSpc>
                        <a:buNone/>
                      </a:pPr>
                      <a:endParaRPr lang="en-US" sz="110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>
                    <a:lnL w="12700">
                      <a:solidFill>
                        <a:schemeClr val="tx1"/>
                      </a:solidFill>
                    </a:lnL>
                    <a:lnR>
                      <a:solidFill>
                        <a:srgbClr val="000000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650"/>
                        </a:lnSpc>
                        <a:buNone/>
                      </a:pPr>
                      <a:endParaRPr lang="en-US" sz="110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tx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buNone/>
                      </a:pPr>
                      <a:r>
                        <a:rPr lang="sl-SI" sz="100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Consequence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0344619"/>
                  </a:ext>
                </a:extLst>
              </a:tr>
              <a:tr h="737419">
                <a:tc>
                  <a:txBody>
                    <a:bodyPr/>
                    <a:lstStyle/>
                    <a:p>
                      <a:pPr algn="just">
                        <a:lnSpc>
                          <a:spcPts val="1650"/>
                        </a:lnSpc>
                        <a:buNone/>
                      </a:pPr>
                      <a:endParaRPr lang="en-US" sz="110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12700">
                      <a:solidFill>
                        <a:schemeClr val="tx1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650"/>
                        </a:lnSpc>
                        <a:buNone/>
                      </a:pPr>
                      <a:endParaRPr lang="en-US" sz="110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buNone/>
                      </a:pPr>
                      <a:r>
                        <a:rPr lang="sl-SI" sz="100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1 - Negligible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buNone/>
                      </a:pPr>
                      <a:r>
                        <a:rPr lang="sl-SI" sz="100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2 - Minor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buNone/>
                      </a:pPr>
                      <a:r>
                        <a:rPr lang="sl-SI" sz="100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3 - Moderate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buNone/>
                      </a:pPr>
                      <a:r>
                        <a:rPr lang="sl-SI" sz="100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4 - Major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buNone/>
                      </a:pPr>
                      <a:r>
                        <a:rPr lang="sl-SI" sz="100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5 - Catastrophic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742023"/>
                  </a:ext>
                </a:extLst>
              </a:tr>
              <a:tr h="295777">
                <a:tc rowSpan="5">
                  <a:txBody>
                    <a:bodyPr/>
                    <a:lstStyle/>
                    <a:p>
                      <a:pPr marL="71755" marR="71755" algn="ctr">
                        <a:lnSpc>
                          <a:spcPts val="1500"/>
                        </a:lnSpc>
                        <a:buNone/>
                      </a:pPr>
                      <a:r>
                        <a:rPr lang="sl-SI" sz="100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Likelihood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buNone/>
                      </a:pPr>
                      <a:r>
                        <a:rPr lang="sl-SI" sz="100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5 - Almost certain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endParaRPr lang="en-US" sz="1100">
                        <a:solidFill>
                          <a:schemeClr val="tx1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buNone/>
                      </a:pPr>
                      <a:endParaRPr lang="en-US" sz="110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buNone/>
                      </a:pPr>
                      <a:endParaRPr lang="en-US" sz="110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buNone/>
                      </a:pPr>
                      <a:endParaRPr lang="en-US" sz="110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buNone/>
                      </a:pPr>
                      <a:endParaRPr lang="en-US" sz="110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4415652"/>
                  </a:ext>
                </a:extLst>
              </a:tr>
              <a:tr h="1901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buNone/>
                      </a:pPr>
                      <a:r>
                        <a:rPr lang="sl-SI" sz="100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4 - Likely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endParaRPr lang="en-US" sz="1100">
                        <a:solidFill>
                          <a:schemeClr val="tx1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buNone/>
                      </a:pPr>
                      <a:endParaRPr lang="en-US" sz="110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buNone/>
                      </a:pPr>
                      <a:r>
                        <a:rPr lang="sl-SI" sz="100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[R2]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buNone/>
                      </a:pPr>
                      <a:r>
                        <a:rPr lang="sl-SI" sz="100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[R1]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buNone/>
                      </a:pPr>
                      <a:endParaRPr lang="en-US" sz="110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59976"/>
                  </a:ext>
                </a:extLst>
              </a:tr>
              <a:tr h="29577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buNone/>
                      </a:pPr>
                      <a:r>
                        <a:rPr lang="sl-SI" sz="100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3 - Possible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endParaRPr lang="en-US" sz="1100">
                        <a:solidFill>
                          <a:schemeClr val="tx1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buNone/>
                      </a:pPr>
                      <a:endParaRPr lang="en-US" sz="110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buNone/>
                      </a:pPr>
                      <a:r>
                        <a:rPr lang="sl-SI" sz="100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[R3]; [R4]; [R8]; [R12]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buNone/>
                      </a:pPr>
                      <a:r>
                        <a:rPr lang="sl-SI" sz="100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[R5]; [R7]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buNone/>
                      </a:pPr>
                      <a:endParaRPr lang="en-US" sz="110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8017379"/>
                  </a:ext>
                </a:extLst>
              </a:tr>
              <a:tr h="1901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buNone/>
                      </a:pPr>
                      <a:r>
                        <a:rPr lang="sl-SI" sz="100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2 - Unlikely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endParaRPr lang="en-US" sz="1100">
                        <a:solidFill>
                          <a:schemeClr val="tx1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buNone/>
                      </a:pPr>
                      <a:endParaRPr lang="en-US" sz="110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buNone/>
                      </a:pPr>
                      <a:r>
                        <a:rPr lang="sl-SI" sz="100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[R6]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buNone/>
                      </a:pPr>
                      <a:r>
                        <a:rPr lang="sl-SI" sz="100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[R11]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buNone/>
                      </a:pPr>
                      <a:r>
                        <a:rPr lang="sl-SI" sz="100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[R10]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49310"/>
                  </a:ext>
                </a:extLst>
              </a:tr>
              <a:tr h="1901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buNone/>
                      </a:pPr>
                      <a:r>
                        <a:rPr lang="sl-SI" sz="100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1 - Rare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endParaRPr lang="en-US" sz="1100">
                        <a:solidFill>
                          <a:schemeClr val="tx1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buNone/>
                      </a:pPr>
                      <a:endParaRPr lang="en-US" sz="110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buNone/>
                      </a:pPr>
                      <a:endParaRPr lang="en-US" sz="110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buNone/>
                      </a:pPr>
                      <a:endParaRPr lang="en-US" sz="110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buNone/>
                      </a:pPr>
                      <a:r>
                        <a:rPr lang="sl-SI" sz="100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[R9]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8773368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F7C3FAD-86BC-7DB8-436B-71440FA4E4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1620248"/>
              </p:ext>
            </p:extLst>
          </p:nvPr>
        </p:nvGraphicFramePr>
        <p:xfrm>
          <a:off x="6099801" y="3200305"/>
          <a:ext cx="4905597" cy="2970113"/>
        </p:xfrm>
        <a:graphic>
          <a:graphicData uri="http://schemas.openxmlformats.org/drawingml/2006/table">
            <a:tbl>
              <a:tblPr bandRow="1">
                <a:tableStyleId>{3A8042FF-D110-4CE3-9172-1BB03A3BBB8C}</a:tableStyleId>
              </a:tblPr>
              <a:tblGrid>
                <a:gridCol w="3473053">
                  <a:extLst>
                    <a:ext uri="{9D8B030D-6E8A-4147-A177-3AD203B41FA5}">
                      <a16:colId xmlns:a16="http://schemas.microsoft.com/office/drawing/2014/main" val="522529868"/>
                    </a:ext>
                  </a:extLst>
                </a:gridCol>
                <a:gridCol w="1432544">
                  <a:extLst>
                    <a:ext uri="{9D8B030D-6E8A-4147-A177-3AD203B41FA5}">
                      <a16:colId xmlns:a16="http://schemas.microsoft.com/office/drawing/2014/main" val="2844245537"/>
                    </a:ext>
                  </a:extLst>
                </a:gridCol>
              </a:tblGrid>
              <a:tr h="26637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sl-SI" sz="1200" b="1">
                          <a:effectLst/>
                          <a:latin typeface="Aptos Narrow" panose="020B0004020202020204" pitchFamily="34" charset="0"/>
                        </a:rPr>
                        <a:t>[R1]</a:t>
                      </a:r>
                      <a:r>
                        <a:rPr lang="sl-SI" sz="1200">
                          <a:effectLst/>
                          <a:latin typeface="Aptos Narrow" panose="020B0004020202020204" pitchFamily="34" charset="0"/>
                        </a:rPr>
                        <a:t> Lack of internet connectivity in the vineyard</a:t>
                      </a:r>
                      <a:endParaRPr lang="en-US" sz="11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sl-SI" sz="1200">
                          <a:effectLst/>
                          <a:latin typeface="Aptos Narrow" panose="020B0004020202020204" pitchFamily="34" charset="0"/>
                        </a:rPr>
                        <a:t>16</a:t>
                      </a:r>
                      <a:endParaRPr lang="en-US" sz="11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5252982"/>
                  </a:ext>
                </a:extLst>
              </a:tr>
              <a:tr h="2397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sl-SI" sz="1200" b="1">
                          <a:effectLst/>
                          <a:latin typeface="Aptos Narrow" panose="020B0004020202020204" pitchFamily="34" charset="0"/>
                        </a:rPr>
                        <a:t>[R2]</a:t>
                      </a:r>
                      <a:r>
                        <a:rPr lang="sl-SI" sz="1200">
                          <a:effectLst/>
                          <a:latin typeface="Aptos Narrow" panose="020B0004020202020204" pitchFamily="34" charset="0"/>
                        </a:rPr>
                        <a:t> NFC wristband scanning failure</a:t>
                      </a:r>
                      <a:endParaRPr lang="en-US" sz="11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sl-SI" sz="1200"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  <a:endParaRPr lang="en-US" sz="11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2438542"/>
                  </a:ext>
                </a:extLst>
              </a:tr>
              <a:tr h="2530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sl-SI" sz="1200" b="1">
                          <a:effectLst/>
                          <a:latin typeface="Aptos Narrow" panose="020B0004020202020204" pitchFamily="34" charset="0"/>
                        </a:rPr>
                        <a:t>[R3]</a:t>
                      </a:r>
                      <a:r>
                        <a:rPr lang="sl-SI" sz="1200">
                          <a:effectLst/>
                          <a:latin typeface="Aptos Narrow" panose="020B0004020202020204" pitchFamily="34" charset="0"/>
                        </a:rPr>
                        <a:t> Incorrect worker profile data</a:t>
                      </a:r>
                      <a:endParaRPr lang="en-US" sz="11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sl-SI" sz="1200"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  <a:endParaRPr lang="en-US" sz="11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495058"/>
                  </a:ext>
                </a:extLst>
              </a:tr>
              <a:tr h="2397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sl-SI" sz="1200" b="1">
                          <a:effectLst/>
                          <a:latin typeface="Aptos Narrow" panose="020B0004020202020204" pitchFamily="34" charset="0"/>
                        </a:rPr>
                        <a:t>[R4]</a:t>
                      </a:r>
                      <a:r>
                        <a:rPr lang="sl-SI" sz="1200">
                          <a:effectLst/>
                          <a:latin typeface="Aptos Narrow" panose="020B0004020202020204" pitchFamily="34" charset="0"/>
                        </a:rPr>
                        <a:t> Manual entry error of harvested weight</a:t>
                      </a:r>
                      <a:endParaRPr lang="en-US" sz="11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sl-SI" sz="1200"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  <a:endParaRPr lang="en-US" sz="11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5051805"/>
                  </a:ext>
                </a:extLst>
              </a:tr>
              <a:tr h="2530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sl-SI" sz="1200" b="1">
                          <a:effectLst/>
                          <a:latin typeface="Aptos Narrow" panose="020B0004020202020204" pitchFamily="34" charset="0"/>
                        </a:rPr>
                        <a:t>[R5]</a:t>
                      </a:r>
                      <a:r>
                        <a:rPr lang="sl-SI" sz="1200">
                          <a:effectLst/>
                          <a:latin typeface="Aptos Narrow" panose="020B0004020202020204" pitchFamily="34" charset="0"/>
                        </a:rPr>
                        <a:t> Delay in software development</a:t>
                      </a:r>
                      <a:endParaRPr lang="en-US" sz="11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sl-SI" sz="1200"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  <a:endParaRPr lang="en-US" sz="11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09304"/>
                  </a:ext>
                </a:extLst>
              </a:tr>
              <a:tr h="26637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sl-SI" sz="1200" b="1">
                          <a:effectLst/>
                          <a:latin typeface="Aptos Narrow" panose="020B0004020202020204" pitchFamily="34" charset="0"/>
                        </a:rPr>
                        <a:t>[R6]</a:t>
                      </a:r>
                      <a:r>
                        <a:rPr lang="sl-SI" sz="1200">
                          <a:effectLst/>
                          <a:latin typeface="Aptos Narrow" panose="020B0004020202020204" pitchFamily="34" charset="0"/>
                        </a:rPr>
                        <a:t> Budget overspend</a:t>
                      </a:r>
                      <a:endParaRPr lang="en-US" sz="11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sl-SI" sz="1200"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  <a:endParaRPr lang="en-US" sz="11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862621"/>
                  </a:ext>
                </a:extLst>
              </a:tr>
              <a:tr h="2397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sl-SI" sz="1200" b="1">
                          <a:effectLst/>
                          <a:latin typeface="Aptos Narrow" panose="020B0004020202020204" pitchFamily="34" charset="0"/>
                        </a:rPr>
                        <a:t>[R7]</a:t>
                      </a:r>
                      <a:r>
                        <a:rPr lang="sl-SI" sz="1200">
                          <a:effectLst/>
                          <a:latin typeface="Aptos Narrow" panose="020B0004020202020204" pitchFamily="34" charset="0"/>
                        </a:rPr>
                        <a:t> Low user acceptance</a:t>
                      </a:r>
                      <a:endParaRPr lang="en-US" sz="11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sl-SI" sz="1200"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  <a:endParaRPr lang="en-US" sz="11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8897147"/>
                  </a:ext>
                </a:extLst>
              </a:tr>
              <a:tr h="2397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sl-SI" sz="1200" b="1">
                          <a:effectLst/>
                          <a:latin typeface="Aptos Narrow" panose="020B0004020202020204" pitchFamily="34" charset="0"/>
                        </a:rPr>
                        <a:t>[R8]</a:t>
                      </a:r>
                      <a:r>
                        <a:rPr lang="sl-SI" sz="1200">
                          <a:effectLst/>
                          <a:latin typeface="Aptos Narrow" panose="020B0004020202020204" pitchFamily="34" charset="0"/>
                        </a:rPr>
                        <a:t> Hardware supplier delivery issue</a:t>
                      </a:r>
                      <a:endParaRPr lang="en-US" sz="11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sl-SI" sz="1200"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  <a:endParaRPr lang="en-US" sz="11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174159"/>
                  </a:ext>
                </a:extLst>
              </a:tr>
              <a:tr h="2397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sl-SI" sz="1200" b="1">
                          <a:effectLst/>
                          <a:latin typeface="Aptos Narrow" panose="020B0004020202020204" pitchFamily="34" charset="0"/>
                        </a:rPr>
                        <a:t>[R9]</a:t>
                      </a:r>
                      <a:r>
                        <a:rPr lang="sl-SI" sz="1200">
                          <a:effectLst/>
                          <a:latin typeface="Aptos Narrow" panose="020B0004020202020204" pitchFamily="34" charset="0"/>
                        </a:rPr>
                        <a:t> Cloud service outage or data loss</a:t>
                      </a:r>
                      <a:endParaRPr lang="en-US" sz="11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sl-SI" sz="1200"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  <a:endParaRPr lang="en-US" sz="11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648623"/>
                  </a:ext>
                </a:extLst>
              </a:tr>
              <a:tr h="2397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sl-SI" sz="1200" b="1">
                          <a:effectLst/>
                          <a:latin typeface="Aptos Narrow" panose="020B0004020202020204" pitchFamily="34" charset="0"/>
                        </a:rPr>
                        <a:t>[R10]</a:t>
                      </a:r>
                      <a:r>
                        <a:rPr lang="sl-SI" sz="1200">
                          <a:effectLst/>
                          <a:latin typeface="Aptos Narrow" panose="020B0004020202020204" pitchFamily="34" charset="0"/>
                        </a:rPr>
                        <a:t> Data protection / GDPR issue</a:t>
                      </a:r>
                      <a:endParaRPr lang="en-US" sz="11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sl-SI" sz="1200"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  <a:endParaRPr lang="en-US" sz="11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569587"/>
                  </a:ext>
                </a:extLst>
              </a:tr>
              <a:tr h="2397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sl-SI" sz="1200" b="1">
                          <a:effectLst/>
                          <a:latin typeface="Aptos Narrow" panose="020B0004020202020204" pitchFamily="34" charset="0"/>
                        </a:rPr>
                        <a:t>[R11]</a:t>
                      </a:r>
                      <a:r>
                        <a:rPr lang="sl-SI" sz="1200">
                          <a:effectLst/>
                          <a:latin typeface="Aptos Narrow" panose="020B0004020202020204" pitchFamily="34" charset="0"/>
                        </a:rPr>
                        <a:t> Incorrect payroll calculation</a:t>
                      </a:r>
                      <a:endParaRPr lang="en-US" sz="11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sl-SI" sz="1200"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  <a:endParaRPr lang="en-US" sz="11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9662173"/>
                  </a:ext>
                </a:extLst>
              </a:tr>
              <a:tr h="2530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sl-SI" sz="1200" b="1">
                          <a:effectLst/>
                          <a:latin typeface="Aptos Narrow" panose="020B0004020202020204" pitchFamily="34" charset="0"/>
                        </a:rPr>
                        <a:t>[R12]</a:t>
                      </a:r>
                      <a:r>
                        <a:rPr lang="sl-SI" sz="1200">
                          <a:effectLst/>
                          <a:latin typeface="Aptos Narrow" panose="020B0004020202020204" pitchFamily="34" charset="0"/>
                        </a:rPr>
                        <a:t> Key team member unavailable</a:t>
                      </a:r>
                      <a:endParaRPr lang="en-US" sz="11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sl-SI" sz="1200"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  <a:endParaRPr lang="en-US" sz="11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55472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0E"/>
        </a:solidFill>
        <a:effectLst/>
      </p:bgPr>
    </p:bg>
    <p:spTree>
      <p:nvGrpSpPr>
        <p:cNvPr id="1" name="Shape 183">
          <a:extLst>
            <a:ext uri="{FF2B5EF4-FFF2-40B4-BE49-F238E27FC236}">
              <a16:creationId xmlns:a16="http://schemas.microsoft.com/office/drawing/2014/main" id="{6D24E38B-26D8-B64A-7536-71F36AFD6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26;p22" descr="image.png">
            <a:extLst>
              <a:ext uri="{FF2B5EF4-FFF2-40B4-BE49-F238E27FC236}">
                <a16:creationId xmlns:a16="http://schemas.microsoft.com/office/drawing/2014/main" id="{11EC21A1-6B53-9ED4-AA5B-49F040CD688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9">
            <a:extLst>
              <a:ext uri="{FF2B5EF4-FFF2-40B4-BE49-F238E27FC236}">
                <a16:creationId xmlns:a16="http://schemas.microsoft.com/office/drawing/2014/main" id="{A1040224-3474-8453-D50B-8C231C55D40A}"/>
              </a:ext>
            </a:extLst>
          </p:cNvPr>
          <p:cNvSpPr txBox="1"/>
          <p:nvPr/>
        </p:nvSpPr>
        <p:spPr>
          <a:xfrm>
            <a:off x="1000125" y="581025"/>
            <a:ext cx="10941367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PROACTIVE RISK MANAGEMENT</a:t>
            </a:r>
            <a:endParaRPr/>
          </a:p>
        </p:txBody>
      </p:sp>
      <p:sp>
        <p:nvSpPr>
          <p:cNvPr id="195" name="Google Shape;195;p19">
            <a:extLst>
              <a:ext uri="{FF2B5EF4-FFF2-40B4-BE49-F238E27FC236}">
                <a16:creationId xmlns:a16="http://schemas.microsoft.com/office/drawing/2014/main" id="{A6F49F6C-6A74-F905-0C9A-8EE437FAB15B}"/>
              </a:ext>
            </a:extLst>
          </p:cNvPr>
          <p:cNvSpPr/>
          <p:nvPr/>
        </p:nvSpPr>
        <p:spPr>
          <a:xfrm>
            <a:off x="771525" y="581025"/>
            <a:ext cx="57150" cy="542925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BDAD8A1-444B-88B1-6738-E458E083E8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0925786"/>
              </p:ext>
            </p:extLst>
          </p:nvPr>
        </p:nvGraphicFramePr>
        <p:xfrm>
          <a:off x="1000125" y="1849530"/>
          <a:ext cx="10225889" cy="4178547"/>
        </p:xfrm>
        <a:graphic>
          <a:graphicData uri="http://schemas.openxmlformats.org/drawingml/2006/table">
            <a:tbl>
              <a:tblPr firstRow="1" firstCol="1" bandRow="1">
                <a:tableStyleId>{1FECB4D8-DB02-4DC6-A0A2-4F2EBAE1DC90}</a:tableStyleId>
              </a:tblPr>
              <a:tblGrid>
                <a:gridCol w="1686884">
                  <a:extLst>
                    <a:ext uri="{9D8B030D-6E8A-4147-A177-3AD203B41FA5}">
                      <a16:colId xmlns:a16="http://schemas.microsoft.com/office/drawing/2014/main" val="4006538121"/>
                    </a:ext>
                  </a:extLst>
                </a:gridCol>
                <a:gridCol w="967410">
                  <a:extLst>
                    <a:ext uri="{9D8B030D-6E8A-4147-A177-3AD203B41FA5}">
                      <a16:colId xmlns:a16="http://schemas.microsoft.com/office/drawing/2014/main" val="4106249278"/>
                    </a:ext>
                  </a:extLst>
                </a:gridCol>
                <a:gridCol w="513909">
                  <a:extLst>
                    <a:ext uri="{9D8B030D-6E8A-4147-A177-3AD203B41FA5}">
                      <a16:colId xmlns:a16="http://schemas.microsoft.com/office/drawing/2014/main" val="3321364899"/>
                    </a:ext>
                  </a:extLst>
                </a:gridCol>
                <a:gridCol w="3224105">
                  <a:extLst>
                    <a:ext uri="{9D8B030D-6E8A-4147-A177-3AD203B41FA5}">
                      <a16:colId xmlns:a16="http://schemas.microsoft.com/office/drawing/2014/main" val="2331877879"/>
                    </a:ext>
                  </a:extLst>
                </a:gridCol>
                <a:gridCol w="828114">
                  <a:extLst>
                    <a:ext uri="{9D8B030D-6E8A-4147-A177-3AD203B41FA5}">
                      <a16:colId xmlns:a16="http://schemas.microsoft.com/office/drawing/2014/main" val="3937061233"/>
                    </a:ext>
                  </a:extLst>
                </a:gridCol>
                <a:gridCol w="3005467">
                  <a:extLst>
                    <a:ext uri="{9D8B030D-6E8A-4147-A177-3AD203B41FA5}">
                      <a16:colId xmlns:a16="http://schemas.microsoft.com/office/drawing/2014/main" val="1050242896"/>
                    </a:ext>
                  </a:extLst>
                </a:gridCol>
              </a:tblGrid>
              <a:tr h="44170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sl-SI" sz="120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Identified risk</a:t>
                      </a:r>
                      <a:endParaRPr lang="sk-SK" sz="12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7505" marR="37505" marT="32147" marB="32147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sl-SI" sz="120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Risk owner</a:t>
                      </a:r>
                      <a:endParaRPr lang="sk-SK" sz="12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7505" marR="37505" marT="32147" marB="32147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sl-SI" sz="120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Date</a:t>
                      </a:r>
                      <a:endParaRPr lang="sk-SK" sz="12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7505" marR="37505" marT="32147" marB="32147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sl-SI" sz="120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Risk description</a:t>
                      </a:r>
                      <a:endParaRPr lang="sk-SK" sz="12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7505" marR="37505" marT="32147" marB="32147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sl-SI" sz="120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Probability</a:t>
                      </a:r>
                      <a:endParaRPr lang="sk-SK" sz="12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7505" marR="37505" marT="32147" marB="32147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sl-SI" sz="120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Risk response actions</a:t>
                      </a:r>
                      <a:endParaRPr lang="sk-SK" sz="12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7505" marR="37505" marT="32147" marB="32147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22494179"/>
                  </a:ext>
                </a:extLst>
              </a:tr>
              <a:tr h="166209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sl-SI" sz="105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Lack of internet connectivity in the vineyard</a:t>
                      </a:r>
                      <a:endParaRPr lang="sk-SK" sz="105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7505" marR="37505" marT="32147" marB="32147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sl-SI" sz="105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Project Manager</a:t>
                      </a:r>
                      <a:endParaRPr lang="sk-SK" sz="105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7505" marR="37505" marT="32147" marB="32147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sl-SI" sz="105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 </a:t>
                      </a:r>
                      <a:endParaRPr lang="sk-SK" sz="105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7505" marR="37505" marT="32147" marB="32147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sl-SI" sz="105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Vineyards are located in rural areas with limited mobile network coverage. Weak or unstable internet connection may prevent real-time synchronization of harvest data. Data is only stored locally, risking loss if the device is damaged or lost before syncing.</a:t>
                      </a:r>
                      <a:endParaRPr lang="sk-SK" sz="105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7505" marR="37505" marT="32147" marB="32147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sl-SI" sz="105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High</a:t>
                      </a:r>
                      <a:endParaRPr lang="sk-SK" sz="105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7505" marR="37505" marT="32147" marB="32147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lnSpc>
                          <a:spcPct val="120000"/>
                        </a:lnSpc>
                        <a:buSzPts val="750"/>
                        <a:buFont typeface="+mj-lt"/>
                        <a:buNone/>
                      </a:pPr>
                      <a:r>
                        <a:rPr lang="sl-SI" sz="105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1. Implement offline mode with local storage on device.</a:t>
                      </a:r>
                    </a:p>
                    <a:p>
                      <a:pPr marL="0" lvl="1" indent="0" algn="l">
                        <a:lnSpc>
                          <a:spcPct val="120000"/>
                        </a:lnSpc>
                        <a:buSzPts val="750"/>
                        <a:buFont typeface="+mj-lt"/>
                        <a:buNone/>
                      </a:pPr>
                      <a:r>
                        <a:rPr lang="sl-SI" sz="105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2. Synchronize automatically when connecti</a:t>
                      </a:r>
                      <a:r>
                        <a:rPr lang="sl-SI" sz="1050" b="0" i="0" u="none" strike="noStrike" cap="none">
                          <a:solidFill>
                            <a:schemeClr val="dk1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Arial"/>
                        </a:rPr>
                        <a:t>conditions.</a:t>
                      </a:r>
                      <a:r>
                        <a:rPr lang="sl-SI" sz="105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on is restored.</a:t>
                      </a:r>
                      <a:endParaRPr lang="sk-SK" sz="105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  <a:p>
                      <a:pPr marL="0" lvl="1" indent="0">
                        <a:lnSpc>
                          <a:spcPct val="120000"/>
                        </a:lnSpc>
                        <a:buSzPts val="750"/>
                        <a:buFont typeface="+mj-lt"/>
                        <a:buNone/>
                      </a:pPr>
                      <a:r>
                        <a:rPr lang="sl-SI" sz="105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3. Test app in low-signal</a:t>
                      </a:r>
                      <a:endParaRPr lang="sk-SK" sz="1050" b="0" i="0" u="none" strike="noStrike" cap="none">
                        <a:solidFill>
                          <a:schemeClr val="dk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  <a:sym typeface="Arial"/>
                      </a:endParaRPr>
                    </a:p>
                  </a:txBody>
                  <a:tcPr marL="37505" marR="37505" marT="32147" marB="32147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59352225"/>
                  </a:ext>
                </a:extLst>
              </a:tr>
              <a:tr h="103737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sl-SI" sz="105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NFC wristband scanning failure</a:t>
                      </a:r>
                      <a:endParaRPr lang="sk-SK" sz="105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7505" marR="37505" marT="32147" marB="32147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sl-SI" sz="105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NFC Hardware Supplier</a:t>
                      </a:r>
                      <a:endParaRPr lang="sk-SK" sz="105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7505" marR="37505" marT="32147" marB="32147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sl-SI" sz="105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 </a:t>
                      </a:r>
                      <a:endParaRPr lang="sk-SK" sz="105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7505" marR="37505" marT="32147" marB="32147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sl-SI" sz="105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NFC wristbands may not be scanned correctly due to hardware incompatibility, damaged tags, or reading errors, causing delays in worker identification.</a:t>
                      </a:r>
                      <a:endParaRPr lang="sk-SK" sz="105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7505" marR="37505" marT="32147" marB="32147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sl-SI" sz="1050"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High</a:t>
                      </a:r>
                      <a:endParaRPr lang="sk-SK" sz="105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7505" marR="37505" marT="32147" marB="32147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sl-SI" sz="1050" b="0" i="0" u="none" strike="noStrike" cap="none">
                          <a:solidFill>
                            <a:schemeClr val="dk1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Arial"/>
                        </a:rPr>
                        <a:t>1. Test multiple wristband types.</a:t>
                      </a:r>
                      <a:endParaRPr lang="sk-SK" sz="1050" b="0" i="0" u="none" strike="noStrike" cap="none">
                        <a:solidFill>
                          <a:schemeClr val="dk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  <a:sym typeface="Arial"/>
                      </a:endParaRPr>
                    </a:p>
                    <a:p>
                      <a:r>
                        <a:rPr lang="sl-SI" sz="1050" b="0" i="0" u="none" strike="noStrike" cap="none">
                          <a:solidFill>
                            <a:schemeClr val="dk1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Arial"/>
                        </a:rPr>
                        <a:t>2. Provide winery with verified supplier.</a:t>
                      </a:r>
                      <a:endParaRPr lang="sk-SK" sz="105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7505" marR="37505" marT="32147" marB="32147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49024284"/>
                  </a:ext>
                </a:extLst>
              </a:tr>
              <a:tr h="103737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sl-SI" sz="1050" b="1" i="0" u="none" strike="noStrike" cap="none">
                          <a:solidFill>
                            <a:schemeClr val="dk1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Arial"/>
                        </a:rPr>
                        <a:t>Delay in software development</a:t>
                      </a:r>
                      <a:endParaRPr lang="sk-SK" sz="105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7505" marR="37505" marT="32147" marB="32147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sl-SI" sz="1050" b="0" i="0" u="none" strike="noStrike" cap="none">
                          <a:solidFill>
                            <a:schemeClr val="dk1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Arial"/>
                        </a:rPr>
                        <a:t>Project Manager</a:t>
                      </a:r>
                      <a:endParaRPr lang="sk-SK" sz="105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7505" marR="37505" marT="32147" marB="32147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sk-SK" sz="105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7505" marR="37505" marT="32147" marB="32147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sl-SI" sz="1050" b="0" i="0" u="none" strike="noStrike" cap="none">
                          <a:solidFill>
                            <a:schemeClr val="dk1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Arial"/>
                        </a:rPr>
                        <a:t>Development tasks may take longer than planned due to integration problems or limited resources, which may delay testing and final delivery before the harvest season.</a:t>
                      </a:r>
                      <a:endParaRPr lang="sk-SK" sz="105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7505" marR="37505" marT="32147" marB="32147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sl-SI" sz="1050" b="0" i="0" u="none" strike="noStrike" cap="none">
                          <a:solidFill>
                            <a:schemeClr val="dk1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Arial"/>
                        </a:rPr>
                        <a:t>Medium</a:t>
                      </a:r>
                      <a:endParaRPr lang="sk-SK" sz="105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7505" marR="37505" marT="32147" marB="32147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sl-SI" sz="1050" b="0" i="0" u="none" strike="noStrike" cap="none">
                          <a:solidFill>
                            <a:schemeClr val="dk1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Arial"/>
                        </a:rPr>
                        <a:t>1. Use phased planning.</a:t>
                      </a:r>
                      <a:endParaRPr lang="sk-SK" sz="1050" b="0" i="0" u="none" strike="noStrike" cap="none">
                        <a:solidFill>
                          <a:schemeClr val="dk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  <a:sym typeface="Arial"/>
                      </a:endParaRPr>
                    </a:p>
                    <a:p>
                      <a:pPr lvl="0"/>
                      <a:r>
                        <a:rPr lang="sl-SI" sz="1050" b="0" i="0" u="none" strike="noStrike" cap="none">
                          <a:solidFill>
                            <a:schemeClr val="dk1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Arial"/>
                        </a:rPr>
                        <a:t>2. Monitor milestones and prioritize core features.</a:t>
                      </a:r>
                      <a:endParaRPr lang="sk-SK" sz="1050" b="0" i="0" u="none" strike="noStrike" cap="none">
                        <a:solidFill>
                          <a:schemeClr val="dk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  <a:sym typeface="Arial"/>
                      </a:endParaRPr>
                    </a:p>
                    <a:p>
                      <a:r>
                        <a:rPr lang="sl-SI" sz="1050" b="0" i="0" u="none" strike="noStrike" cap="none">
                          <a:solidFill>
                            <a:schemeClr val="dk1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Arial"/>
                        </a:rPr>
                        <a:t>3. Apply schedule tolerance of one to two weeks if necessary.</a:t>
                      </a:r>
                      <a:endParaRPr lang="sk-SK" sz="105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7505" marR="37505" marT="32147" marB="32147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11194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2562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0E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226;p22" descr="image.png">
            <a:extLst>
              <a:ext uri="{FF2B5EF4-FFF2-40B4-BE49-F238E27FC236}">
                <a16:creationId xmlns:a16="http://schemas.microsoft.com/office/drawing/2014/main" id="{4D099468-1BC1-4D98-63DD-9D84DBD92AB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/>
          <p:nvPr/>
        </p:nvSpPr>
        <p:spPr>
          <a:xfrm>
            <a:off x="771525" y="5987504"/>
            <a:ext cx="10648950" cy="35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Total Duration: 4 Months</a:t>
            </a:r>
            <a:r>
              <a:rPr lang="sk-SK" sz="1425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sk-SK" sz="1425" b="0" i="0" u="none" strike="noStrike" cap="none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Development</a:t>
            </a:r>
            <a:r>
              <a:rPr lang="sk-SK" sz="1425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r>
              <a:rPr lang="sk-SK" sz="1425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, + 3 </a:t>
            </a:r>
            <a:r>
              <a:rPr lang="sk-SK" sz="1425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Months</a:t>
            </a:r>
            <a:r>
              <a:rPr lang="sk-SK" sz="1425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(Monitoring and </a:t>
            </a:r>
            <a:r>
              <a:rPr lang="sk-SK" sz="1425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support</a:t>
            </a:r>
            <a:r>
              <a:rPr lang="sk-SK" sz="1425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771525" y="3555652"/>
            <a:ext cx="10648950" cy="19050"/>
          </a:xfrm>
          <a:prstGeom prst="rect">
            <a:avLst/>
          </a:prstGeom>
          <a:solidFill>
            <a:srgbClr val="1F2E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 txBox="1"/>
          <p:nvPr/>
        </p:nvSpPr>
        <p:spPr>
          <a:xfrm>
            <a:off x="286102" y="4031902"/>
            <a:ext cx="223621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3E63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Initiation</a:t>
            </a:r>
            <a:endParaRPr lang="en-US" b="0" i="0" u="none" strike="noStrike" cap="none">
              <a:ea typeface="Poppins SemiBold"/>
            </a:endParaRPr>
          </a:p>
          <a:p>
            <a:pPr algn="ctr"/>
            <a:r>
              <a:rPr lang="sk-SK" sz="1500">
                <a:solidFill>
                  <a:srgbClr val="A3E635"/>
                </a:solidFill>
                <a:latin typeface="Poppins SemiBold"/>
                <a:cs typeface="Poppins SemiBold"/>
              </a:rPr>
              <a:t>a</a:t>
            </a:r>
            <a:r>
              <a:rPr lang="en-US" sz="1500" err="1">
                <a:solidFill>
                  <a:srgbClr val="A3E635"/>
                </a:solidFill>
                <a:latin typeface="Poppins SemiBold"/>
                <a:cs typeface="Poppins SemiBold"/>
              </a:rPr>
              <a:t>nd</a:t>
            </a:r>
            <a:r>
              <a:rPr lang="en-US" sz="1500">
                <a:solidFill>
                  <a:srgbClr val="A3E635"/>
                </a:solidFill>
                <a:latin typeface="Poppins SemiBold"/>
                <a:cs typeface="Poppins SemiBold"/>
              </a:rPr>
              <a:t> </a:t>
            </a:r>
            <a:r>
              <a:rPr lang="en-US" sz="1500" err="1">
                <a:solidFill>
                  <a:srgbClr val="A3E635"/>
                </a:solidFill>
                <a:latin typeface="Poppins SemiBold"/>
                <a:cs typeface="Poppins SemiBold"/>
              </a:rPr>
              <a:t>planing</a:t>
            </a:r>
            <a:endParaRPr lang="en-US" sz="1500">
              <a:solidFill>
                <a:srgbClr val="A3E635"/>
              </a:solidFill>
              <a:latin typeface="Poppins SemiBold"/>
              <a:cs typeface="Poppins SemiBold"/>
            </a:endParaRPr>
          </a:p>
        </p:txBody>
      </p:sp>
      <p:sp>
        <p:nvSpPr>
          <p:cNvPr id="165" name="Google Shape;165;p18"/>
          <p:cNvSpPr txBox="1"/>
          <p:nvPr/>
        </p:nvSpPr>
        <p:spPr>
          <a:xfrm>
            <a:off x="1801684" y="2623204"/>
            <a:ext cx="223621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1500" i="0" strike="noStrike" cap="none">
                <a:solidFill>
                  <a:srgbClr val="A3E635"/>
                </a:solidFill>
                <a:latin typeface="Poppins SemiBold"/>
                <a:ea typeface="Lato"/>
                <a:cs typeface="Poppins SemiBold"/>
                <a:sym typeface="Poppins SemiBold"/>
              </a:rPr>
              <a:t>Analysis</a:t>
            </a:r>
            <a:r>
              <a:rPr lang="en-US" sz="1500">
                <a:solidFill>
                  <a:srgbClr val="A3E635"/>
                </a:solidFill>
                <a:latin typeface="Poppins SemiBold"/>
                <a:ea typeface="Lato"/>
                <a:cs typeface="Poppins SemiBold"/>
                <a:sym typeface="Poppins SemiBold"/>
              </a:rPr>
              <a:t> and </a:t>
            </a:r>
          </a:p>
          <a:p>
            <a:pPr algn="ctr"/>
            <a:r>
              <a:rPr lang="en-US" sz="1500">
                <a:solidFill>
                  <a:srgbClr val="A3E635"/>
                </a:solidFill>
                <a:latin typeface="Poppins SemiBold"/>
                <a:ea typeface="Lato"/>
                <a:cs typeface="Poppins SemiBold"/>
              </a:rPr>
              <a:t>Design</a:t>
            </a:r>
          </a:p>
        </p:txBody>
      </p:sp>
      <p:sp>
        <p:nvSpPr>
          <p:cNvPr id="167" name="Google Shape;167;p18"/>
          <p:cNvSpPr txBox="1"/>
          <p:nvPr/>
        </p:nvSpPr>
        <p:spPr>
          <a:xfrm>
            <a:off x="3408250" y="4031902"/>
            <a:ext cx="2236216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3E63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Development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4673622" y="2680070"/>
            <a:ext cx="2236216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3E63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Testing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6257442" y="4031902"/>
            <a:ext cx="223621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1500" b="0" i="0" u="none" strike="noStrike" cap="none">
                <a:solidFill>
                  <a:srgbClr val="A3E63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Deployment</a:t>
            </a:r>
            <a:r>
              <a:rPr lang="en-US" sz="1500">
                <a:solidFill>
                  <a:srgbClr val="A3E63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and </a:t>
            </a:r>
          </a:p>
          <a:p>
            <a:pPr algn="ctr"/>
            <a:r>
              <a:rPr lang="en-US" sz="1500">
                <a:solidFill>
                  <a:srgbClr val="A3E635"/>
                </a:solidFill>
                <a:latin typeface="Poppins SemiBold"/>
                <a:cs typeface="Poppins SemiBold"/>
              </a:rPr>
              <a:t>training</a:t>
            </a:r>
          </a:p>
        </p:txBody>
      </p:sp>
      <p:sp>
        <p:nvSpPr>
          <p:cNvPr id="173" name="Google Shape;173;p18"/>
          <p:cNvSpPr txBox="1"/>
          <p:nvPr/>
        </p:nvSpPr>
        <p:spPr>
          <a:xfrm>
            <a:off x="1000125" y="581025"/>
            <a:ext cx="10941367" cy="89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sk-SK" sz="2900">
                <a:solidFill>
                  <a:srgbClr val="FFFFFF"/>
                </a:solidFill>
                <a:latin typeface="Poppins SemiBold"/>
                <a:cs typeface="Poppins SemiBold"/>
                <a:sym typeface="Poppins SemiBold"/>
              </a:rPr>
              <a:t>PROJECT PLAN</a:t>
            </a:r>
            <a:endParaRPr lang="en-US" sz="2900">
              <a:solidFill>
                <a:srgbClr val="FFFFFF"/>
              </a:solidFill>
              <a:latin typeface="Poppins SemiBold"/>
              <a:cs typeface="Poppins SemiBold"/>
              <a:sym typeface="Poppins SemiBold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-US" sz="2900">
              <a:solidFill>
                <a:srgbClr val="FFFFFF"/>
              </a:solidFill>
              <a:latin typeface="Poppins SemiBold"/>
              <a:cs typeface="Poppins SemiBold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771525" y="581025"/>
            <a:ext cx="57150" cy="542925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1328011" y="3670027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A3E635"/>
          </a:solidFill>
          <a:ln w="38100" cap="flat" cmpd="sng">
            <a:solidFill>
              <a:srgbClr val="0B120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2843592" y="328334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A3E635"/>
          </a:solidFill>
          <a:ln w="38100" cap="flat" cmpd="sng">
            <a:solidFill>
              <a:srgbClr val="0B120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4359173" y="3670027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A3E635"/>
          </a:solidFill>
          <a:ln w="38100" cap="flat" cmpd="sng">
            <a:solidFill>
              <a:srgbClr val="0B120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5715531" y="328334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A3E635"/>
          </a:solidFill>
          <a:ln w="38100" cap="flat" cmpd="sng">
            <a:solidFill>
              <a:srgbClr val="0B120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7231112" y="3670027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A3E635"/>
          </a:solidFill>
          <a:ln w="38100" cap="flat" cmpd="sng">
            <a:solidFill>
              <a:srgbClr val="0B120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DFCEDD-B562-C8FC-AD88-D4D38E3C9BB0}"/>
              </a:ext>
            </a:extLst>
          </p:cNvPr>
          <p:cNvSpPr txBox="1"/>
          <p:nvPr/>
        </p:nvSpPr>
        <p:spPr>
          <a:xfrm>
            <a:off x="7858837" y="2576015"/>
            <a:ext cx="1910686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500">
                <a:solidFill>
                  <a:srgbClr val="A3E635"/>
                </a:solidFill>
                <a:latin typeface="Poppins SemiBold"/>
                <a:cs typeface="Segoe UI"/>
              </a:rPr>
              <a:t>Monitoring and</a:t>
            </a:r>
          </a:p>
          <a:p>
            <a:pPr algn="ctr"/>
            <a:r>
              <a:rPr lang="en-US" sz="1500">
                <a:solidFill>
                  <a:srgbClr val="A3E635"/>
                </a:solidFill>
                <a:latin typeface="Poppins SemiBold"/>
                <a:cs typeface="Segoe UI"/>
              </a:rPr>
              <a:t>support</a:t>
            </a:r>
          </a:p>
        </p:txBody>
      </p:sp>
      <p:sp>
        <p:nvSpPr>
          <p:cNvPr id="4" name="Google Shape;179;p18">
            <a:extLst>
              <a:ext uri="{FF2B5EF4-FFF2-40B4-BE49-F238E27FC236}">
                <a16:creationId xmlns:a16="http://schemas.microsoft.com/office/drawing/2014/main" id="{D14ECCD8-134B-A5E8-B571-720968B77E18}"/>
              </a:ext>
            </a:extLst>
          </p:cNvPr>
          <p:cNvSpPr/>
          <p:nvPr/>
        </p:nvSpPr>
        <p:spPr>
          <a:xfrm>
            <a:off x="8743738" y="328334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A3E635"/>
          </a:solidFill>
          <a:ln w="38100" cap="flat" cmpd="sng">
            <a:solidFill>
              <a:srgbClr val="0B120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79;p18">
            <a:extLst>
              <a:ext uri="{FF2B5EF4-FFF2-40B4-BE49-F238E27FC236}">
                <a16:creationId xmlns:a16="http://schemas.microsoft.com/office/drawing/2014/main" id="{B6E7AFFA-B6E6-B531-E9B1-DB1BAD58B9A2}"/>
              </a:ext>
            </a:extLst>
          </p:cNvPr>
          <p:cNvSpPr/>
          <p:nvPr/>
        </p:nvSpPr>
        <p:spPr>
          <a:xfrm>
            <a:off x="10256365" y="3670027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A3E635"/>
          </a:solidFill>
          <a:ln w="38100" cap="flat" cmpd="sng">
            <a:solidFill>
              <a:srgbClr val="0B120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B27F69-9DE8-95D3-B132-C5F64E28536D}"/>
              </a:ext>
            </a:extLst>
          </p:cNvPr>
          <p:cNvSpPr txBox="1"/>
          <p:nvPr/>
        </p:nvSpPr>
        <p:spPr>
          <a:xfrm>
            <a:off x="9371463" y="3986283"/>
            <a:ext cx="1910686" cy="3231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500">
                <a:solidFill>
                  <a:srgbClr val="A3E635"/>
                </a:solidFill>
                <a:latin typeface="Poppins SemiBold"/>
                <a:cs typeface="Segoe UI"/>
              </a:rPr>
              <a:t>Project Closure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0E"/>
        </a:solidFill>
        <a:effectLst/>
      </p:bgPr>
    </p:bg>
    <p:spTree>
      <p:nvGrpSpPr>
        <p:cNvPr id="1" name="Shape 225">
          <a:extLst>
            <a:ext uri="{FF2B5EF4-FFF2-40B4-BE49-F238E27FC236}">
              <a16:creationId xmlns:a16="http://schemas.microsoft.com/office/drawing/2014/main" id="{20B11DCF-B994-0AEC-1F1C-35443E883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2" descr="image.png">
            <a:extLst>
              <a:ext uri="{FF2B5EF4-FFF2-40B4-BE49-F238E27FC236}">
                <a16:creationId xmlns:a16="http://schemas.microsoft.com/office/drawing/2014/main" id="{BC6F7862-0049-6CEB-46D3-1685E744899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2">
            <a:extLst>
              <a:ext uri="{FF2B5EF4-FFF2-40B4-BE49-F238E27FC236}">
                <a16:creationId xmlns:a16="http://schemas.microsoft.com/office/drawing/2014/main" id="{6A5831D4-DC25-D1D2-A045-4B7A72850F00}"/>
              </a:ext>
            </a:extLst>
          </p:cNvPr>
          <p:cNvSpPr txBox="1"/>
          <p:nvPr/>
        </p:nvSpPr>
        <p:spPr>
          <a:xfrm>
            <a:off x="1000125" y="581025"/>
            <a:ext cx="10941367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285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PROJECT PLAN</a:t>
            </a:r>
            <a:endParaRPr lang="sk-SK"/>
          </a:p>
        </p:txBody>
      </p:sp>
      <p:sp>
        <p:nvSpPr>
          <p:cNvPr id="234" name="Google Shape;234;p22">
            <a:extLst>
              <a:ext uri="{FF2B5EF4-FFF2-40B4-BE49-F238E27FC236}">
                <a16:creationId xmlns:a16="http://schemas.microsoft.com/office/drawing/2014/main" id="{A28E3FDF-01D5-487F-34E4-2F206B57F186}"/>
              </a:ext>
            </a:extLst>
          </p:cNvPr>
          <p:cNvSpPr/>
          <p:nvPr/>
        </p:nvSpPr>
        <p:spPr>
          <a:xfrm>
            <a:off x="771525" y="581025"/>
            <a:ext cx="57150" cy="542925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37E44D-FCA9-9654-2B3E-532ED043FB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25" y="1123950"/>
            <a:ext cx="10254747" cy="5380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0459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0E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81212"/>
            <a:ext cx="503872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0"/>
          <p:cNvSpPr txBox="1"/>
          <p:nvPr/>
        </p:nvSpPr>
        <p:spPr>
          <a:xfrm>
            <a:off x="781050" y="1730531"/>
            <a:ext cx="5038725" cy="1052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9929"/>
              </a:lnSpc>
            </a:pPr>
            <a:r>
              <a:rPr lang="en-US" sz="1425">
                <a:solidFill>
                  <a:srgbClr val="9CA3AF"/>
                </a:solidFill>
                <a:latin typeface="Lato"/>
                <a:ea typeface="Lato"/>
                <a:cs typeface="Lato"/>
              </a:rPr>
              <a:t>Our project tracking allows us to evaluate the impact of an unexpected delay </a:t>
            </a:r>
            <a:r>
              <a:rPr lang="sk-SK" sz="1425">
                <a:solidFill>
                  <a:srgbClr val="9CA3AF"/>
                </a:solidFill>
                <a:latin typeface="Lato"/>
                <a:ea typeface="Lato"/>
                <a:cs typeface="Lato"/>
              </a:rPr>
              <a:t>and </a:t>
            </a:r>
            <a:r>
              <a:rPr lang="sk-SK" sz="1425" err="1">
                <a:solidFill>
                  <a:srgbClr val="9CA3AF"/>
                </a:solidFill>
                <a:latin typeface="Lato"/>
                <a:ea typeface="Lato"/>
                <a:cs typeface="Lato"/>
              </a:rPr>
              <a:t>prevent</a:t>
            </a:r>
            <a:r>
              <a:rPr lang="sk-SK" sz="1425">
                <a:solidFill>
                  <a:srgbClr val="9CA3AF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425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budget overruns. In a recent scenario simulation regarding a critical path delay: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771525" y="5454928"/>
            <a:ext cx="5038725" cy="70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9929"/>
              </a:lnSpc>
            </a:pPr>
            <a:r>
              <a:rPr lang="en-US" sz="1425" b="1" i="0" u="none" strike="noStrike" cap="none">
                <a:solidFill>
                  <a:srgbClr val="A3E635"/>
                </a:solidFill>
                <a:latin typeface="Lato"/>
                <a:ea typeface="Lato"/>
                <a:cs typeface="Lato"/>
                <a:sym typeface="Lato"/>
              </a:rPr>
              <a:t>Result: Deadline </a:t>
            </a:r>
            <a:r>
              <a:rPr lang="sk-SK" sz="1425" b="1" i="0" u="none" strike="noStrike" cap="none" err="1">
                <a:solidFill>
                  <a:srgbClr val="A3E635"/>
                </a:solidFill>
                <a:latin typeface="Lato"/>
                <a:ea typeface="Lato"/>
                <a:cs typeface="Lato"/>
                <a:sym typeface="Lato"/>
              </a:rPr>
              <a:t>preserved</a:t>
            </a:r>
            <a:r>
              <a:rPr lang="en-US" sz="1425" b="1" i="0" u="none" strike="noStrike" cap="none">
                <a:solidFill>
                  <a:srgbClr val="A3E63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sk-SK" sz="1425" b="1" i="0" u="none" strike="noStrike" cap="none" err="1">
                <a:solidFill>
                  <a:srgbClr val="A3E635"/>
                </a:solidFill>
                <a:latin typeface="Lato"/>
                <a:ea typeface="Lato"/>
                <a:cs typeface="Lato"/>
                <a:sym typeface="Lato"/>
              </a:rPr>
              <a:t>budget</a:t>
            </a:r>
            <a:r>
              <a:rPr lang="sk-SK" sz="1425" b="1" i="0" u="none" strike="noStrike" cap="none">
                <a:solidFill>
                  <a:srgbClr val="A3E63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sk-SK" sz="1425" b="1" i="0" u="none" strike="noStrike" cap="none" err="1">
                <a:solidFill>
                  <a:srgbClr val="A3E635"/>
                </a:solidFill>
                <a:latin typeface="Lato"/>
                <a:ea typeface="Lato"/>
                <a:cs typeface="Lato"/>
                <a:sym typeface="Lato"/>
              </a:rPr>
              <a:t>unchanged</a:t>
            </a:r>
            <a:r>
              <a:rPr lang="en-US" sz="1425" b="1" i="0" u="none" strike="noStrike" cap="none">
                <a:solidFill>
                  <a:srgbClr val="A3E63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sk-SK" sz="1425" b="1" i="0" u="none" strike="noStrike" cap="none">
                <a:solidFill>
                  <a:srgbClr val="A3E635"/>
                </a:solidFill>
                <a:latin typeface="Lato"/>
                <a:ea typeface="Lato"/>
                <a:cs typeface="Lato"/>
                <a:sym typeface="Lato"/>
              </a:rPr>
              <a:t>(60,000€) and </a:t>
            </a:r>
            <a:r>
              <a:rPr lang="sk-SK" sz="1425" b="1">
                <a:solidFill>
                  <a:srgbClr val="A3E635"/>
                </a:solidFill>
                <a:latin typeface="Lato"/>
                <a:ea typeface="Lato"/>
                <a:cs typeface="Lato"/>
              </a:rPr>
              <a:t>backup </a:t>
            </a:r>
            <a:r>
              <a:rPr lang="sk-SK" sz="1425" b="1" err="1">
                <a:solidFill>
                  <a:srgbClr val="A3E635"/>
                </a:solidFill>
                <a:latin typeface="Lato"/>
                <a:ea typeface="Lato"/>
                <a:cs typeface="Lato"/>
              </a:rPr>
              <a:t>recovery</a:t>
            </a:r>
            <a:r>
              <a:rPr lang="sk-SK" sz="1425" b="1">
                <a:solidFill>
                  <a:srgbClr val="A3E635"/>
                </a:solidFill>
                <a:latin typeface="Lato"/>
                <a:ea typeface="Lato"/>
                <a:cs typeface="Lato"/>
              </a:rPr>
              <a:t> </a:t>
            </a:r>
            <a:r>
              <a:rPr lang="sk-SK" sz="1425" b="1" err="1">
                <a:solidFill>
                  <a:srgbClr val="A3E635"/>
                </a:solidFill>
                <a:latin typeface="Lato"/>
                <a:ea typeface="Lato"/>
                <a:cs typeface="Lato"/>
              </a:rPr>
              <a:t>option</a:t>
            </a:r>
            <a:r>
              <a:rPr lang="sk-SK" sz="1425" b="1">
                <a:solidFill>
                  <a:srgbClr val="A3E635"/>
                </a:solidFill>
                <a:latin typeface="Lato"/>
                <a:ea typeface="Lato"/>
                <a:cs typeface="Lato"/>
              </a:rPr>
              <a:t> </a:t>
            </a:r>
            <a:r>
              <a:rPr lang="sk-SK" sz="1425" b="1" err="1">
                <a:solidFill>
                  <a:srgbClr val="A3E635"/>
                </a:solidFill>
                <a:latin typeface="Lato"/>
                <a:ea typeface="Lato"/>
                <a:cs typeface="Lato"/>
              </a:rPr>
              <a:t>available</a:t>
            </a:r>
            <a:r>
              <a:rPr lang="sk-SK" sz="1425" b="1">
                <a:solidFill>
                  <a:srgbClr val="A3E635"/>
                </a:solidFill>
                <a:latin typeface="Lato"/>
                <a:ea typeface="Lato"/>
                <a:cs typeface="Lato"/>
              </a:rPr>
              <a:t>.</a:t>
            </a:r>
            <a:endParaRPr sz="1425" b="1">
              <a:solidFill>
                <a:srgbClr val="A3E635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1152525" y="3137039"/>
            <a:ext cx="4657725" cy="35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The Threat:</a:t>
            </a:r>
            <a:r>
              <a:rPr lang="en-US" sz="1425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sk-SK" sz="1425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A 3-days </a:t>
            </a:r>
            <a:r>
              <a:rPr lang="sk-SK" sz="1425" b="0" i="0" u="none" strike="noStrike" cap="none" err="1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delay</a:t>
            </a:r>
            <a:r>
              <a:rPr lang="sk-SK" sz="1425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on </a:t>
            </a:r>
            <a:r>
              <a:rPr lang="sk-SK" sz="1425" b="0" i="0" u="none" strike="noStrike" cap="none" err="1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the</a:t>
            </a:r>
            <a:r>
              <a:rPr lang="sk-SK" sz="1425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sk-SK" sz="1425" b="0" i="0" u="none" strike="noStrike" cap="none" err="1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critical</a:t>
            </a:r>
            <a:r>
              <a:rPr lang="sk-SK" sz="1425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sk-SK" sz="1425" b="0" i="0" u="none" strike="noStrike" cap="none" err="1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path</a:t>
            </a:r>
            <a:r>
              <a:rPr lang="sk-SK" sz="1425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1152525" y="4451572"/>
            <a:ext cx="4657725" cy="70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Costly Alternative:</a:t>
            </a:r>
            <a:r>
              <a:rPr lang="en-US" sz="1425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Onboarding external </a:t>
            </a:r>
            <a:r>
              <a:rPr lang="sk-SK" sz="1425" err="1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resources</a:t>
            </a:r>
            <a:r>
              <a:rPr lang="en-US" sz="1425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sk-SK" sz="1425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1660</a:t>
            </a:r>
            <a:r>
              <a:rPr lang="en-US" sz="1425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€ cost</a:t>
            </a:r>
            <a:r>
              <a:rPr lang="sk-SK" sz="1425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sk-SK" sz="1425" b="0" i="0" u="none" strike="noStrike" cap="none" err="1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within</a:t>
            </a:r>
            <a:r>
              <a:rPr lang="sk-SK" sz="1425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sk-SK" sz="1425" b="0" i="0" u="none" strike="noStrike" cap="none" err="1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budget</a:t>
            </a:r>
            <a:r>
              <a:rPr lang="sk-SK" sz="1425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r>
              <a:rPr lang="en-US" sz="1425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pic>
        <p:nvPicPr>
          <p:cNvPr id="207" name="Google Shape;207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090737"/>
            <a:ext cx="5019675" cy="360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1525" y="3165614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" y="448014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71525" y="3667314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1000125" y="581025"/>
            <a:ext cx="10941367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PROTECTING YOUR INVESTMENT</a:t>
            </a:r>
            <a:endParaRPr/>
          </a:p>
        </p:txBody>
      </p:sp>
      <p:sp>
        <p:nvSpPr>
          <p:cNvPr id="212" name="Google Shape;212;p20"/>
          <p:cNvSpPr/>
          <p:nvPr/>
        </p:nvSpPr>
        <p:spPr>
          <a:xfrm>
            <a:off x="771525" y="581025"/>
            <a:ext cx="57150" cy="542925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205;p20">
            <a:extLst>
              <a:ext uri="{FF2B5EF4-FFF2-40B4-BE49-F238E27FC236}">
                <a16:creationId xmlns:a16="http://schemas.microsoft.com/office/drawing/2014/main" id="{394B7510-8417-A540-E5B7-D31599A4CD25}"/>
              </a:ext>
            </a:extLst>
          </p:cNvPr>
          <p:cNvSpPr txBox="1"/>
          <p:nvPr/>
        </p:nvSpPr>
        <p:spPr>
          <a:xfrm>
            <a:off x="1152524" y="3623248"/>
            <a:ext cx="4657725" cy="70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9929"/>
              </a:lnSpc>
            </a:pPr>
            <a:r>
              <a:rPr lang="sk-SK" sz="1425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No </a:t>
            </a:r>
            <a:r>
              <a:rPr lang="sk-SK" sz="1425" b="1" i="0" u="none" strike="noStrike" cap="none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intervention</a:t>
            </a:r>
            <a:r>
              <a:rPr lang="en-US" sz="1425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425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>
                <a:solidFill>
                  <a:srgbClr val="9CA3AF"/>
                </a:solidFill>
                <a:latin typeface="Lato"/>
                <a:ea typeface="Lato"/>
                <a:cs typeface="Lato"/>
              </a:rPr>
              <a:t>The delay is absorbed by the available time reserve at the end of the project</a:t>
            </a:r>
            <a:r>
              <a:rPr lang="sk-SK" sz="1425">
                <a:solidFill>
                  <a:srgbClr val="9CA3AF"/>
                </a:solidFill>
                <a:latin typeface="Lato"/>
                <a:ea typeface="Lato"/>
                <a:cs typeface="Lato"/>
              </a:rPr>
              <a:t>. No </a:t>
            </a:r>
            <a:r>
              <a:rPr lang="sk-SK" sz="1425" err="1">
                <a:solidFill>
                  <a:srgbClr val="9CA3AF"/>
                </a:solidFill>
                <a:latin typeface="Lato"/>
                <a:ea typeface="Lato"/>
                <a:cs typeface="Lato"/>
              </a:rPr>
              <a:t>additional</a:t>
            </a:r>
            <a:r>
              <a:rPr lang="sk-SK" sz="1425">
                <a:solidFill>
                  <a:srgbClr val="9CA3AF"/>
                </a:solidFill>
                <a:latin typeface="Lato"/>
                <a:ea typeface="Lato"/>
                <a:cs typeface="Lato"/>
              </a:rPr>
              <a:t> </a:t>
            </a:r>
            <a:r>
              <a:rPr lang="sk-SK" sz="1425" err="1">
                <a:solidFill>
                  <a:srgbClr val="9CA3AF"/>
                </a:solidFill>
                <a:latin typeface="Lato"/>
                <a:ea typeface="Lato"/>
                <a:cs typeface="Lato"/>
              </a:rPr>
              <a:t>costs</a:t>
            </a:r>
            <a:r>
              <a:rPr lang="sk-SK" sz="1425">
                <a:solidFill>
                  <a:srgbClr val="9CA3AF"/>
                </a:solidFill>
                <a:latin typeface="Lato"/>
                <a:ea typeface="Lato"/>
                <a:cs typeface="Lato"/>
              </a:rPr>
              <a:t>.</a:t>
            </a:r>
            <a:endParaRPr sz="1425">
              <a:solidFill>
                <a:srgbClr val="9CA3AF"/>
              </a:solidFill>
              <a:latin typeface="Lato"/>
              <a:ea typeface="Lato"/>
              <a:cs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0E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2"/>
          <p:cNvSpPr txBox="1"/>
          <p:nvPr/>
        </p:nvSpPr>
        <p:spPr>
          <a:xfrm>
            <a:off x="1152525" y="2679650"/>
            <a:ext cx="102679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Environmental Sustainability:</a:t>
            </a:r>
            <a:r>
              <a:rPr lang="en-US" sz="1425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HarvestPay digitizes the entire supply chain entry point, eliminating over 500kg of paper waste per harvest season and reducing associated administrative carbon footprints.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1152525" y="3487191"/>
            <a:ext cx="102679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Labor Rights &amp; Fair Pay:</a:t>
            </a:r>
            <a:r>
              <a:rPr lang="en-US" sz="1425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By providing an immutable, digital record of every bucket picked, we protect vulnerable seasonal workers from wage exploitation, fully aligning with EU Agriculture 4.0 labor directives.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1152525" y="4294733"/>
            <a:ext cx="102679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Data Governance:</a:t>
            </a:r>
            <a:r>
              <a:rPr lang="en-US" sz="1425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Enterprise-grade cloud encryption ensures that all worker identity and payroll data is handled in strict accordance with GDPR, protecting winery owners from regulatory liabilities.</a:t>
            </a:r>
            <a:endParaRPr/>
          </a:p>
        </p:txBody>
      </p:sp>
      <p:pic>
        <p:nvPicPr>
          <p:cNvPr id="230" name="Google Shape;230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27082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3515766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1525" y="4323308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2"/>
          <p:cNvSpPr txBox="1"/>
          <p:nvPr/>
        </p:nvSpPr>
        <p:spPr>
          <a:xfrm>
            <a:off x="1000125" y="581025"/>
            <a:ext cx="10941367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ESG &amp; COMPLIANCE INTEGRITY</a:t>
            </a:r>
            <a:endParaRPr/>
          </a:p>
        </p:txBody>
      </p:sp>
      <p:sp>
        <p:nvSpPr>
          <p:cNvPr id="234" name="Google Shape;234;p22"/>
          <p:cNvSpPr/>
          <p:nvPr/>
        </p:nvSpPr>
        <p:spPr>
          <a:xfrm>
            <a:off x="771525" y="581025"/>
            <a:ext cx="57150" cy="542925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0E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2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4336702"/>
            <a:ext cx="10648950" cy="1369516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4"/>
          <p:cNvSpPr txBox="1"/>
          <p:nvPr/>
        </p:nvSpPr>
        <p:spPr>
          <a:xfrm>
            <a:off x="505301" y="1151632"/>
            <a:ext cx="11181397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Let's build the future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 of viticulture.</a:t>
            </a:r>
            <a:endParaRPr/>
          </a:p>
        </p:txBody>
      </p:sp>
      <p:sp>
        <p:nvSpPr>
          <p:cNvPr id="250" name="Google Shape;250;p24"/>
          <p:cNvSpPr txBox="1"/>
          <p:nvPr/>
        </p:nvSpPr>
        <p:spPr>
          <a:xfrm>
            <a:off x="771525" y="3399532"/>
            <a:ext cx="106489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Floor open for technical and commercial Q&amp;A.</a:t>
            </a:r>
            <a:endParaRPr/>
          </a:p>
        </p:txBody>
      </p:sp>
      <p:sp>
        <p:nvSpPr>
          <p:cNvPr id="251" name="Google Shape;251;p24"/>
          <p:cNvSpPr txBox="1"/>
          <p:nvPr/>
        </p:nvSpPr>
        <p:spPr>
          <a:xfrm>
            <a:off x="771525" y="4727227"/>
            <a:ext cx="10648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HarvestPay Solutions</a:t>
            </a:r>
            <a:endParaRPr/>
          </a:p>
        </p:txBody>
      </p:sp>
      <p:sp>
        <p:nvSpPr>
          <p:cNvPr id="252" name="Google Shape;252;p24"/>
          <p:cNvSpPr txBox="1"/>
          <p:nvPr/>
        </p:nvSpPr>
        <p:spPr>
          <a:xfrm>
            <a:off x="771525" y="5127277"/>
            <a:ext cx="1064895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Adam Hronec &amp; Bohdan Shevchenko</a:t>
            </a:r>
            <a:endParaRPr/>
          </a:p>
        </p:txBody>
      </p:sp>
      <p:sp>
        <p:nvSpPr>
          <p:cNvPr id="253" name="Google Shape;253;p24"/>
          <p:cNvSpPr txBox="1"/>
          <p:nvPr/>
        </p:nvSpPr>
        <p:spPr>
          <a:xfrm>
            <a:off x="771525" y="5416748"/>
            <a:ext cx="1064895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A3E635"/>
                </a:solidFill>
                <a:latin typeface="Lato"/>
                <a:ea typeface="Lato"/>
                <a:cs typeface="Lato"/>
                <a:sym typeface="Lato"/>
              </a:rPr>
              <a:t>contact@harvestpay.solutions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13</Slides>
  <Notes>13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modified xsi:type="dcterms:W3CDTF">2026-05-12T12:59:49Z</dcterms:modified>
</cp:coreProperties>
</file>